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4E194-7853-4CAC-9577-CFC7EF3340D6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14C51-763B-4DE8-97DE-0CB1175F5A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9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1075" y="1899963"/>
            <a:ext cx="9701907" cy="2450492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4000" b="1" dirty="0"/>
              <a:t>AI Hackathon – </a:t>
            </a:r>
            <a:r>
              <a:rPr lang="en-IN" sz="4000" dirty="0" err="1">
                <a:ea typeface="+mj-lt"/>
                <a:cs typeface="+mj-lt"/>
              </a:rPr>
              <a:t>qa</a:t>
            </a:r>
            <a:r>
              <a:rPr lang="en-IN" sz="4000" dirty="0">
                <a:ea typeface="+mj-lt"/>
                <a:cs typeface="+mj-lt"/>
              </a:rPr>
              <a:t>-analyst</a:t>
            </a:r>
            <a:br>
              <a:rPr lang="en-IN" sz="4000" dirty="0">
                <a:ea typeface="+mj-lt"/>
                <a:cs typeface="+mj-lt"/>
              </a:rPr>
            </a:br>
            <a:r>
              <a:rPr lang="en-US" sz="2200" dirty="0"/>
              <a:t>The end-to-end QA analyst that turns a Jira Epic into a tested, reported, go/no-go decision — plan, gate, seed, script, execute, and report, with humans only in the loop where it matters.</a:t>
            </a:r>
            <a:br>
              <a:rPr lang="en-US" sz="4000" dirty="0">
                <a:solidFill>
                  <a:srgbClr val="C9D6E6"/>
                </a:solidFill>
              </a:rPr>
            </a:br>
            <a:br>
              <a:rPr lang="en-IN" sz="4000" b="1" dirty="0">
                <a:solidFill>
                  <a:srgbClr val="FFFFFF"/>
                </a:solidFill>
                <a:latin typeface="Calibri Light"/>
              </a:rPr>
            </a:br>
            <a:endParaRPr lang="en-US" sz="4000" b="1" dirty="0">
              <a:ea typeface="Calibri Light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9238" y="4361765"/>
            <a:ext cx="7197726" cy="140546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Rohit Omar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Submission date - 13-Jul-2026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18643-B462-5E19-35F1-1C0272032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769" y="407791"/>
            <a:ext cx="5111974" cy="136595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E34054-43A4-ECB2-B72A-2064307DFD72}"/>
              </a:ext>
            </a:extLst>
          </p:cNvPr>
          <p:cNvSpPr/>
          <p:nvPr/>
        </p:nvSpPr>
        <p:spPr>
          <a:xfrm>
            <a:off x="490855" y="385876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Jira Epic/Story in → verified release decision out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77193BC-1866-5216-8B31-BBD50FA66237}"/>
              </a:ext>
            </a:extLst>
          </p:cNvPr>
          <p:cNvSpPr/>
          <p:nvPr/>
        </p:nvSpPr>
        <p:spPr>
          <a:xfrm>
            <a:off x="4461698" y="385876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 dirty="0">
                <a:solidFill>
                  <a:srgbClr val="2E6FB5"/>
                </a:solidFill>
                <a:latin typeface="Calibri"/>
              </a:rPr>
              <a:t>Delegates design &amp; scripting to 3 sibling agents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D376DF97-4C21-3A5D-06C0-53B197590917}"/>
              </a:ext>
            </a:extLst>
          </p:cNvPr>
          <p:cNvSpPr/>
          <p:nvPr/>
        </p:nvSpPr>
        <p:spPr>
          <a:xfrm>
            <a:off x="8357616" y="3858768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60–70% API · 20–30% UI · 5–10% manual test pyramid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WHY THIS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QA on a ticket is always the same nine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6537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›  Did anyone write a test plan, or did testing start from vibes?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›  Is the environment even up — and did this ticket's change actually ship there?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›  Are the automation scripts current, or quietly stale since the last refactor?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›  Did we run everything (slow, wasteful) or nothing impacted (risky)?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›  When a test fails, is that a real bug — or a flaky selector wasting an afternoon?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›  Is there a report anyone can actually hand to a release manager?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874519"/>
            <a:ext cx="4206240" cy="4297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148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AADC8"/>
                </a:solidFill>
                <a:latin typeface="Calibri"/>
              </a:rPr>
              <a:t>qa-analyst's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60320"/>
            <a:ext cx="3657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1">
                <a:solidFill>
                  <a:srgbClr val="FFFFFF"/>
                </a:solidFill>
                <a:latin typeface="Calibri Light"/>
              </a:rPr>
              <a:t>One agent owns the orchestration end to end, delegates the parts that need deep specialist judgment, and refuses to fake a result it didn't actually produce.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HOW IT'S INVOKED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input. A verified release decision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6E87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onsolas"/>
              </a:rPr>
              <a:t>PROJ-1234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C6E87"/>
                </a:solidFill>
                <a:latin typeface="Calibri"/>
              </a:rPr>
              <a:t>A single Jira Epic or Story key — that's the entire interface.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7492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alibri Light"/>
              </a:rPr>
              <a:t>7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3A5F"/>
                </a:solidFill>
                <a:latin typeface="Calibri"/>
              </a:rPr>
              <a:t>Plan → gate → seed → script → execute → analyze → report — orchestrated by qa-analyst, delegated to specialists.</a:t>
            </a:r>
          </a:p>
        </p:txBody>
      </p:sp>
      <p:sp>
        <p:nvSpPr>
          <p:cNvPr id="16" name="Chevron 15"/>
          <p:cNvSpPr/>
          <p:nvPr/>
        </p:nvSpPr>
        <p:spPr>
          <a:xfrm>
            <a:off x="854964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55480" y="2103120"/>
            <a:ext cx="2057400" cy="3383280"/>
          </a:xfrm>
          <a:prstGeom prst="roundRect">
            <a:avLst>
              <a:gd name="adj" fmla="val 8000"/>
            </a:avLst>
          </a:prstGeom>
          <a:solidFill>
            <a:srgbClr val="EAF3E0"/>
          </a:solidFill>
          <a:ln w="952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A3B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6974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5C8A3B"/>
                </a:solidFill>
                <a:latin typeface="Calibri Light"/>
              </a:rPr>
              <a:t>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520440"/>
            <a:ext cx="1600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+ full artifact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58521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Seven steps, executed in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Plan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Fetch Epic + every Story/Task/Sub-task; delegate test cases to qa-test-designer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0574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488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48840" y="1874519"/>
            <a:ext cx="1572768" cy="502920"/>
          </a:xfrm>
          <a:prstGeom prst="rect">
            <a:avLst/>
          </a:prstGeom>
          <a:solidFill>
            <a:srgbClr val="B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Environment up? Changes deployed? Figma matches build? Hard blocker if not.</a:t>
            </a:r>
          </a:p>
        </p:txBody>
      </p:sp>
      <p:sp>
        <p:nvSpPr>
          <p:cNvPr id="16" name="Chevron 15"/>
          <p:cNvSpPr/>
          <p:nvPr/>
        </p:nvSpPr>
        <p:spPr>
          <a:xfrm>
            <a:off x="370332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9476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9476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Seed +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Script all seed data; capture every network call the app makes</a:t>
            </a:r>
          </a:p>
        </p:txBody>
      </p:sp>
      <p:sp>
        <p:nvSpPr>
          <p:cNvPr id="21" name="Chevron 20"/>
          <p:cNvSpPr/>
          <p:nvPr/>
        </p:nvSpPr>
        <p:spPr>
          <a:xfrm>
            <a:off x="534924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4068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4068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Delegate to api- / ui-automation-architect using captured shapes</a:t>
            </a:r>
          </a:p>
        </p:txBody>
      </p:sp>
      <p:sp>
        <p:nvSpPr>
          <p:cNvPr id="26" name="Chevron 25"/>
          <p:cNvSpPr/>
          <p:nvPr/>
        </p:nvSpPr>
        <p:spPr>
          <a:xfrm>
            <a:off x="699516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8660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8660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Impacted tests only, one retry, no loops</a:t>
            </a:r>
          </a:p>
        </p:txBody>
      </p:sp>
      <p:sp>
        <p:nvSpPr>
          <p:cNvPr id="31" name="Chevron 30"/>
          <p:cNvSpPr/>
          <p:nvPr/>
        </p:nvSpPr>
        <p:spPr>
          <a:xfrm>
            <a:off x="864108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7325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7325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Automation defect vs. genuine deviation, per failure</a:t>
            </a:r>
          </a:p>
        </p:txBody>
      </p:sp>
      <p:sp>
        <p:nvSpPr>
          <p:cNvPr id="36" name="Chevron 35"/>
          <p:cNvSpPr/>
          <p:nvPr/>
        </p:nvSpPr>
        <p:spPr>
          <a:xfrm>
            <a:off x="102870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784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7844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report.md + execution-summary.md + draft Jira bugs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C6E87"/>
                </a:solidFill>
                <a:latin typeface="Calibri"/>
              </a:rPr>
              <a:t>A blocked gate (step 2) stops everything downstream — no fabricated results past a blocker.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DELEGATION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orchestrator, three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6E87"/>
                </a:solidFill>
                <a:latin typeface="Calibri"/>
              </a:rPr>
              <a:t>qa-analyst owns the process. Each sibling agent owns one discipline's depth, so the rules live in exactly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30632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 Light"/>
              </a:rPr>
              <a:t>qa-analyst</a:t>
            </a:r>
          </a:p>
          <a:p>
            <a:pPr algn="ctr"/>
            <a:r>
              <a:rPr sz="1050">
                <a:solidFill>
                  <a:srgbClr val="A9BBD1"/>
                </a:solidFill>
                <a:latin typeface="Calibri"/>
              </a:rPr>
              <a:t>plan · gate · seed · execute ·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Test case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qa-test-designer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Happy path · negative · boundary · edge · integration · non-functional. AC-coverage traceability. Produces qa/test-cases.md.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458114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API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37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api-automation-architect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30352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Wrapper-class + JSON-fixture + template-assertion pattern for spec/api/, libs/, test_data/.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8855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UI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ui-automation-architect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Page Object Model, Data Factory, Builder, Facade, Strategy for browser-driven specs.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108960"/>
            <a:ext cx="132588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83280" y="3794760"/>
            <a:ext cx="1325880" cy="10515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52360" y="3108960"/>
            <a:ext cx="137160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API-AUTOMATION-ARCHITECT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API layer: one wrapper class per 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alibri"/>
              </a:rPr>
              <a:t>PROJECT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config/hosts.json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base URLs per 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libs/&lt;domain&gt;.ts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426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wrapper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libs/utils/requests.ts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535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sendGet/Post/Put/Delete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libs/utils/assertions.ts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verifyResponseTemplate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test_data/&lt;domain&gt;/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753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request + response fixtures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spec/api/&lt;domain&gt;.spec.ts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862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test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WRAPPER-CLASS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3659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Constructor takes optional context + baseUrl; lazy async init if none passed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Every public method starts with await this.ensureContext()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Re-init context after auth, to inject the token into headers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783080"/>
            <a:ext cx="6217920" cy="438912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60" y="19659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TEMPLATE-BASED ASSERTIONS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395728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"skip"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4688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Ignore field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288036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95351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"should_not_be_null"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9535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Exists, not null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3364992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3438144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"only_chars" / "only_digits"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3814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Regex-shape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3849624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392277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"match_regex:/pattern/"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92277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Custom regex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4334256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0" y="44074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literal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0740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Exact equality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BEST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193792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Fresh, independent test data per test — no shared state across tests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Negative cases pass failOnStatusCode=false, then assert the error status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New domain checklist: host entry → wrapper class → fixtures → spec → run to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UI-AUTOMATION-ARCHITECT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UI layer: five patterns, applied only where 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Page Object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03704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pages/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920240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class per file, PascalCase matching the filename. Methods named for user intent (proceedToCheckout), not the locator. data-test/data-testid first, getByRole/getByLabel fallback.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79192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063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Data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16352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function per domain, typed return composed from page-object interfaces. Deterministic fixtures — no faker unless explicitly asked.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75304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6674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9592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factories/&lt;Type&gt;Builder.ts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12464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Fluent, chainable, for objects with 4+ optional fields tests vary. build() always returns a fresh copy, never the mutable internal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71416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62856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Facade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920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facades/&lt;Feature&gt;Facade.ts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608576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For specs chaining 3+ page objects into one workflow. Named for the workflow (completeGuestCheckout), constructor-injected page objects.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367528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589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8815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strategies/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504688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Only when 2+ interchangeable behaviors genuinely exist today (e.g. environment or auth method) — never a one-implementation abstraction.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636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B85A2E"/>
                </a:solidFill>
                <a:latin typeface="Calibri"/>
              </a:rPr>
              <a:t>Introduce Builder/Facade/Strategy only when the pattern is earned by real duplication — never as speculative abstraction ahead of need.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01 — PLAN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Every Story, every Sub-task. No sampling.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qa-analyst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Enumerate the Epic + every linked Story/Task/Sub-task exhaustively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Pull Figma frame data for later parity checks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Author test-plan.md itself: scope, environments, entry/exit criteria, risk, target test-pyramid mix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Fold qa-test-designer's output into test-cases.md, update-in-place on reruns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qa-test-designer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Applies every design technique: happy path, negative, boundary value, edge case, integration, non-functional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Targets the 60-70/20-30/5-10 test-pyramid mix when typing each case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Every AC gets at least one happy path AND one negative scenario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Ambiguous ACs → scenarios for both interpretations, marked [ASSUMPTION]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02 —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If it's not really there, nothing downstream is real either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18541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75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Environment 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API health/status endpoint + live browser_navigate / browser_snapshot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323697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272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Changes deployed?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564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Jira fix-version, release marker, or a live smoke check against the AC itself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788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Figma matches build?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0799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If frames were linked in step 1 — compare structure, copy, layout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65960"/>
            <a:ext cx="4160520" cy="41605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221284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2A982"/>
                </a:solidFill>
                <a:latin typeface="Calibri"/>
              </a:rPr>
              <a:t>HARD BLOCKER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51760"/>
            <a:ext cx="3611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Environment down, or changes not present →
STOP. Report the blocker plainly: what's missing, what was checked, what unblocks it.
No fabricated results past this point.
A Figma discrepancy alone is not a blocker — log it, keep going.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TEST PYRAMID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Push coverage down the stack, not up</a:t>
            </a:r>
          </a:p>
        </p:txBody>
      </p:sp>
      <p:sp>
        <p:nvSpPr>
          <p:cNvPr id="7" name="Trapezoid 6"/>
          <p:cNvSpPr/>
          <p:nvPr/>
        </p:nvSpPr>
        <p:spPr>
          <a:xfrm>
            <a:off x="365760" y="1590548"/>
            <a:ext cx="5852160" cy="768096"/>
          </a:xfrm>
          <a:prstGeom prst="trapezoid">
            <a:avLst/>
          </a:prstGeom>
          <a:solidFill>
            <a:srgbClr val="EAF3E0"/>
          </a:solidFill>
          <a:ln w="19050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5C8A3B"/>
                </a:solidFill>
                <a:latin typeface="Calibri"/>
              </a:rPr>
              <a:t>60–70% 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02996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Backend-verifiable behavior — including endpoints discovered only via network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105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5C8A3B"/>
                </a:solidFill>
                <a:latin typeface="Calibri"/>
              </a:rPr>
              <a:t>API</a:t>
            </a:r>
          </a:p>
        </p:txBody>
      </p:sp>
      <p:sp>
        <p:nvSpPr>
          <p:cNvPr id="10" name="Trapezoid 9"/>
          <p:cNvSpPr/>
          <p:nvPr/>
        </p:nvSpPr>
        <p:spPr>
          <a:xfrm>
            <a:off x="1188720" y="2880360"/>
            <a:ext cx="4206240" cy="685800"/>
          </a:xfrm>
          <a:prstGeom prst="trapezoid">
            <a:avLst/>
          </a:prstGeom>
          <a:solidFill>
            <a:srgbClr val="E3ECF6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2E6FB5"/>
                </a:solidFill>
                <a:latin typeface="Calibri"/>
              </a:rPr>
              <a:t>20–30% 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8152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Only what needs rendering/interaction: layout, validation messages, navigation, visual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620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2E6FB5"/>
                </a:solidFill>
                <a:latin typeface="Calibri"/>
              </a:rPr>
              <a:t>UI</a:t>
            </a:r>
          </a:p>
        </p:txBody>
      </p:sp>
      <p:sp>
        <p:nvSpPr>
          <p:cNvPr id="13" name="Trapezoid 12"/>
          <p:cNvSpPr/>
          <p:nvPr/>
        </p:nvSpPr>
        <p:spPr>
          <a:xfrm>
            <a:off x="2103120" y="4023360"/>
            <a:ext cx="2377440" cy="685800"/>
          </a:xfrm>
          <a:prstGeom prst="trapezoid">
            <a:avLst/>
          </a:prstGeom>
          <a:solidFill>
            <a:srgbClr val="FCEEE6"/>
          </a:solidFill>
          <a:ln w="19050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B85A2E"/>
                </a:solidFill>
                <a:latin typeface="Calibri"/>
              </a:rPr>
              <a:t>5–10%  Manual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13308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High-value cross-system journeys — never automated, by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13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C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B85A2E"/>
                </a:solidFill>
                <a:latin typeface="Calibri"/>
              </a:rPr>
              <a:t>Manual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C6E87"/>
                </a:solidFill>
                <a:latin typeface="Calibri"/>
              </a:rPr>
              <a:t>If an Epic genuinely can't hit this ratio (e.g. UI-only, no API surface), qa-analyst says so explicitly — it never forces a case into the wrong layer just to hit the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03–04 — SEED, CAPTURE,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The network tab becomes a test-generation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Seed via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API seeds compose the wrapper-class pattern; UI seeds walked live via MCP, then encoded as a script — never a one-off manual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783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Capture network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browser_network_requests during seeding/execution → dedup by endpoint+method → network-capture.md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675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Turn endpoints into API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Even endpoints the ticket never named get wrapper methods + fixtures from the real observed shapes</a:t>
            </a:r>
          </a:p>
        </p:txBody>
      </p:sp>
      <p:sp>
        <p:nvSpPr>
          <p:cNvPr id="21" name="Chevron 20"/>
          <p:cNvSpPr/>
          <p:nvPr/>
        </p:nvSpPr>
        <p:spPr>
          <a:xfrm>
            <a:off x="880567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Delegate remaining scripts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UI-typed cases → ui-automation-architect; every touched file logged in script-changes.md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05–06 — EXECUTE &amp;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 Light"/>
              </a:rPr>
              <a:t>Impacted only. Retry once. Then it's a finding, not a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Execution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Scope  </a:t>
            </a:r>
            <a:r>
              <a:rPr sz="1400">
                <a:solidFill>
                  <a:srgbClr val="1F3A5F"/>
                </a:solidFill>
                <a:latin typeface="Calibri"/>
              </a:rPr>
              <a:t>Only specs impacted by this Epic/Story — never the full suite, never unrelated pre-existing specs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Retry  </a:t>
            </a:r>
            <a:r>
              <a:rPr sz="1400">
                <a:solidFill>
                  <a:srgbClr val="1F3A5F"/>
                </a:solidFill>
                <a:latin typeface="Calibri"/>
              </a:rPr>
              <a:t>At most one retry on failure, plus at most one considered fix-and-retry for obvious defects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After that  </a:t>
            </a:r>
            <a:r>
              <a:rPr sz="1400">
                <a:solidFill>
                  <a:srgbClr val="1F3A5F"/>
                </a:solidFill>
                <a:latin typeface="Calibri"/>
              </a:rPr>
              <a:t>Still failing? Treat as a possible genuine application issue — carry into analysis, stop debugging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Manual scenarios  </a:t>
            </a:r>
            <a:r>
              <a:rPr sz="1400">
                <a:solidFill>
                  <a:srgbClr val="1F3A5F"/>
                </a:solidFill>
                <a:latin typeface="Calibri"/>
              </a:rPr>
              <a:t>Walked live via MCP where feasible, clearly labeled — never claimed as automated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6AADC8"/>
                </a:solidFill>
                <a:latin typeface="Calibri"/>
              </a:rPr>
              <a:t>Every failure gets one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 Light"/>
              </a:rPr>
              <a:t>Automation defect,
or genuine deviation?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332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6E6"/>
                </a:solidFill>
                <a:latin typeface="Calibri"/>
              </a:rPr>
              <a:t>Bad selector, stale fixture, timing → automation defect, fixed in place.
Behavior contradicts the Epic/Story's actual acceptance criterion → genuine deviation, goes to the report and a bug draft.
Never lumped together. Never silently reclassified to make numbers look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07 —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qa-artifacts/&lt;KEY&gt;/ — everything, checked in, verified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test-plan.md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9842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659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Scope, environments, entry/exit criteria, risk, pyramid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2315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5145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test-cases.md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5328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5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Per-issue case tables + Figma-derived UI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7179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network-capture.md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08152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6323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Distinct endpoints observed during seeding/execution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61187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script-changes.md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63016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1187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Every spec/page-object/fixture touched, with 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06907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report.md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17880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6051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Detailed results, deviations, failure evidence, Figma parity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61771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execution-summary.md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7274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One-minute read: pass/fail, mix, go/no-go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16635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257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jira-bug-drafts.md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52760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577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Draft-only — needs your confirmation to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1">
                <a:solidFill>
                  <a:srgbClr val="B85A2E"/>
                </a:solidFill>
                <a:latin typeface="Calibri"/>
              </a:rPr>
              <a:t>report.md and execution-summary.md are re-read from disk before the run is declared complete — a chat summary alone doesn't count.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92608"/>
            <a:ext cx="1920240" cy="5131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 Light"/>
              </a:rPr>
              <a:t>It drafts. It never files.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45820" y="233172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19476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Genuine deviation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 an automation defect — a real behavior contradicting the Epic/Story's AC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45820" y="338328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4440" y="29992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Draft written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6499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Summary, environment, steps to reproduce, expected/actual, severity, evidence paths — in jira-bug-drafts.md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11480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845820" y="443484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4440" y="405079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You review &amp;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1655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Nothing is created until you explicitly say which drafts to file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66360"/>
            <a:ext cx="320040" cy="320040"/>
          </a:xfrm>
          <a:prstGeom prst="ellipse">
            <a:avLst/>
          </a:prstGeom>
          <a:solidFill>
            <a:srgbClr val="5C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51023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Only then: real Jira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46811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POST /rest/api/3/issue via config defaults — created keys reported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9659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 w="9525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B85A2E"/>
                </a:solidFill>
                <a:latin typeface="Calibr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606040"/>
            <a:ext cx="2651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Auto-filing bugs against a shared Jira project is a write action with real cost — noisy backlogs, wrong-severity tickets, alert fatigue. A draft costs nothing to be wrong; a filed ticket costs someone's afternoon.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AADC8"/>
                </a:solidFill>
                <a:latin typeface="Calibri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Three steps to a live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2B4C78"/>
          </a:solidFill>
          <a:ln w="9525">
            <a:solidFill>
              <a:srgbClr val="33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1226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cp .env.example 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9631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Fill in JIRA_API_TOKEN, FIGMA_API_TOKEN, GIT_TOKEN, app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0040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2B4C78"/>
          </a:solidFill>
          <a:ln w="9525">
            <a:solidFill>
              <a:srgbClr val="33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49300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467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edit config/qa-agent.config.json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307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Jira project, Figma team, per-environment app/API URLs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2B4C78"/>
          </a:solidFill>
          <a:ln w="9525">
            <a:solidFill>
              <a:srgbClr val="33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A5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811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"Run the qa-analyst agent for PROJ-1234"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6519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Or: Agent tool with subagent_type: 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E91AC"/>
                </a:solidFill>
                <a:latin typeface="Consolas"/>
              </a:rPr>
              <a:t>.claude/agents/qa-analyst.md   ·   QA_ANALYST_README.md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1955</Words>
  <Application>Microsoft Office PowerPoint</Application>
  <PresentationFormat>Widescreen</PresentationFormat>
  <Paragraphs>258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Consolas</vt:lpstr>
      <vt:lpstr>Office Theme</vt:lpstr>
      <vt:lpstr>AI Hackathon – qa-analyst The end-to-end QA analyst that turns a Jira Epic into a tested, reported, go/no-go decision — plan, gate, seed, script, execute, and report, with humans only in the loop where it matters.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Omar</cp:lastModifiedBy>
  <cp:revision>2</cp:revision>
  <dcterms:created xsi:type="dcterms:W3CDTF">2013-01-27T09:14:16Z</dcterms:created>
  <dcterms:modified xsi:type="dcterms:W3CDTF">2026-07-13T13:51:28Z</dcterms:modified>
  <cp:category/>
</cp:coreProperties>
</file>