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44" r:id="rId4"/>
  </p:sldMasterIdLst>
  <p:notesMasterIdLst>
    <p:notesMasterId r:id="rId16"/>
  </p:notesMasterIdLst>
  <p:handoutMasterIdLst>
    <p:handoutMasterId r:id="rId17"/>
  </p:handoutMasterIdLst>
  <p:sldIdLst>
    <p:sldId id="256" r:id="rId5"/>
    <p:sldId id="275" r:id="rId6"/>
    <p:sldId id="276" r:id="rId7"/>
    <p:sldId id="277" r:id="rId8"/>
    <p:sldId id="278" r:id="rId9"/>
    <p:sldId id="279" r:id="rId10"/>
    <p:sldId id="282" r:id="rId11"/>
    <p:sldId id="280" r:id="rId12"/>
    <p:sldId id="281" r:id="rId13"/>
    <p:sldId id="283" r:id="rId14"/>
    <p:sldId id="27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9335FA-D4DB-670C-E070-1A7DCBDC0F93}" v="799" dt="2026-07-13T10:29:45.6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viraj Suryavanshi" userId="99199785-5282-48b1-85f8-71ff2049b951" providerId="ADAL" clId="{FC643498-5734-4427-A9FC-E17CF51807D2}"/>
    <pc:docChg chg="custSel modSld addMainMaster delMainMaster modMainMaster">
      <pc:chgData name="Raviraj Suryavanshi" userId="99199785-5282-48b1-85f8-71ff2049b951" providerId="ADAL" clId="{FC643498-5734-4427-A9FC-E17CF51807D2}" dt="2026-07-10T06:53:49.885" v="2" actId="1076"/>
      <pc:docMkLst>
        <pc:docMk/>
      </pc:docMkLst>
      <pc:sldChg chg="delSp modSp mod setBg chgLayout">
        <pc:chgData name="Raviraj Suryavanshi" userId="99199785-5282-48b1-85f8-71ff2049b951" providerId="ADAL" clId="{FC643498-5734-4427-A9FC-E17CF51807D2}" dt="2026-07-10T06:53:49.885" v="2" actId="1076"/>
        <pc:sldMkLst>
          <pc:docMk/>
          <pc:sldMk cId="3417721485" sldId="256"/>
        </pc:sldMkLst>
        <pc:spChg chg="mod">
          <ac:chgData name="Raviraj Suryavanshi" userId="99199785-5282-48b1-85f8-71ff2049b951" providerId="ADAL" clId="{FC643498-5734-4427-A9FC-E17CF51807D2}" dt="2026-07-10T06:52:00.888" v="1" actId="26606"/>
          <ac:spMkLst>
            <pc:docMk/>
            <pc:sldMk cId="3417721485" sldId="256"/>
            <ac:spMk id="2" creationId="{340C7600-5BA8-4A54-887F-74AF87750A31}"/>
          </ac:spMkLst>
        </pc:spChg>
        <pc:spChg chg="mod">
          <ac:chgData name="Raviraj Suryavanshi" userId="99199785-5282-48b1-85f8-71ff2049b951" providerId="ADAL" clId="{FC643498-5734-4427-A9FC-E17CF51807D2}" dt="2026-07-10T06:52:00.888" v="1" actId="26606"/>
          <ac:spMkLst>
            <pc:docMk/>
            <pc:sldMk cId="3417721485" sldId="256"/>
            <ac:spMk id="3" creationId="{AE584786-6548-4BB4-95FD-977AD1F362C6}"/>
          </ac:spMkLst>
        </pc:spChg>
        <pc:picChg chg="mod">
          <ac:chgData name="Raviraj Suryavanshi" userId="99199785-5282-48b1-85f8-71ff2049b951" providerId="ADAL" clId="{FC643498-5734-4427-A9FC-E17CF51807D2}" dt="2026-07-10T06:53:49.885" v="2" actId="1076"/>
          <ac:picMkLst>
            <pc:docMk/>
            <pc:sldMk cId="3417721485" sldId="256"/>
            <ac:picMk id="6" creationId="{E0218643-B462-5E19-35F1-1C027203264E}"/>
          </ac:picMkLst>
        </pc:picChg>
      </pc:sldChg>
      <pc:sldChg chg="delSp modSp mod setBg chgLayout">
        <pc:chgData name="Raviraj Suryavanshi" userId="99199785-5282-48b1-85f8-71ff2049b951" providerId="ADAL" clId="{FC643498-5734-4427-A9FC-E17CF51807D2}" dt="2026-07-10T06:52:00.888" v="1" actId="26606"/>
        <pc:sldMkLst>
          <pc:docMk/>
          <pc:sldMk cId="2939930866" sldId="274"/>
        </pc:sldMkLst>
        <pc:spChg chg="mod">
          <ac:chgData name="Raviraj Suryavanshi" userId="99199785-5282-48b1-85f8-71ff2049b951" providerId="ADAL" clId="{FC643498-5734-4427-A9FC-E17CF51807D2}" dt="2026-07-10T06:52:00.888" v="1" actId="26606"/>
          <ac:spMkLst>
            <pc:docMk/>
            <pc:sldMk cId="2939930866" sldId="274"/>
            <ac:spMk id="2" creationId="{D44BCB7C-A6FC-4118-9027-468ECFDE6455}"/>
          </ac:spMkLst>
        </pc:spChg>
      </pc:sldChg>
      <pc:sldChg chg="delSp mod setBg">
        <pc:chgData name="Raviraj Suryavanshi" userId="99199785-5282-48b1-85f8-71ff2049b951" providerId="ADAL" clId="{FC643498-5734-4427-A9FC-E17CF51807D2}" dt="2026-07-10T06:52:00.888" v="1" actId="26606"/>
        <pc:sldMkLst>
          <pc:docMk/>
          <pc:sldMk cId="167989955" sldId="275"/>
        </pc:sldMkLst>
      </pc:sldChg>
      <pc:sldChg chg="mod setBg">
        <pc:chgData name="Raviraj Suryavanshi" userId="99199785-5282-48b1-85f8-71ff2049b951" providerId="ADAL" clId="{FC643498-5734-4427-A9FC-E17CF51807D2}" dt="2026-07-10T06:52:00.888" v="1" actId="26606"/>
        <pc:sldMkLst>
          <pc:docMk/>
          <pc:sldMk cId="1370246128" sldId="276"/>
        </pc:sldMkLst>
      </pc:sldChg>
      <pc:sldChg chg="mod setBg">
        <pc:chgData name="Raviraj Suryavanshi" userId="99199785-5282-48b1-85f8-71ff2049b951" providerId="ADAL" clId="{FC643498-5734-4427-A9FC-E17CF51807D2}" dt="2026-07-10T06:52:00.888" v="1" actId="26606"/>
        <pc:sldMkLst>
          <pc:docMk/>
          <pc:sldMk cId="463764260" sldId="277"/>
        </pc:sldMkLst>
      </pc:sldChg>
      <pc:sldChg chg="delSp mod setBg">
        <pc:chgData name="Raviraj Suryavanshi" userId="99199785-5282-48b1-85f8-71ff2049b951" providerId="ADAL" clId="{FC643498-5734-4427-A9FC-E17CF51807D2}" dt="2026-07-10T06:52:00.888" v="1" actId="26606"/>
        <pc:sldMkLst>
          <pc:docMk/>
          <pc:sldMk cId="673721066" sldId="283"/>
        </pc:sldMkLst>
      </pc:sldChg>
      <pc:sldMasterChg chg="add addSldLayout delSldLayout modSldLayout sldLayoutOrd">
        <pc:chgData name="Raviraj Suryavanshi" userId="99199785-5282-48b1-85f8-71ff2049b951" providerId="ADAL" clId="{FC643498-5734-4427-A9FC-E17CF51807D2}" dt="2026-07-10T06:52:00.888" v="1" actId="26606"/>
        <pc:sldMasterMkLst>
          <pc:docMk/>
          <pc:sldMasterMk cId="645065765" sldId="2147483744"/>
        </pc:sldMasterMkLst>
        <pc:sldLayoutChg chg="add">
          <pc:chgData name="Raviraj Suryavanshi" userId="99199785-5282-48b1-85f8-71ff2049b951" providerId="ADAL" clId="{FC643498-5734-4427-A9FC-E17CF51807D2}" dt="2026-07-10T06:52:00.888" v="1" actId="26606"/>
          <pc:sldLayoutMkLst>
            <pc:docMk/>
            <pc:sldMasterMk cId="645065765" sldId="2147483744"/>
            <pc:sldLayoutMk cId="2202325018" sldId="2147483745"/>
          </pc:sldLayoutMkLst>
        </pc:sldLayoutChg>
        <pc:sldLayoutChg chg="modSp mod ord">
          <pc:chgData name="Raviraj Suryavanshi" userId="99199785-5282-48b1-85f8-71ff2049b951" providerId="ADAL" clId="{FC643498-5734-4427-A9FC-E17CF51807D2}" dt="2026-07-10T06:52:00.888" v="1" actId="26606"/>
          <pc:sldLayoutMkLst>
            <pc:docMk/>
            <pc:sldMasterMk cId="645065765" sldId="2147483744"/>
            <pc:sldLayoutMk cId="2466546179" sldId="2147483746"/>
          </pc:sldLayoutMkLst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466546179" sldId="2147483746"/>
              <ac:spMk id="2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466546179" sldId="2147483746"/>
              <ac:spMk id="3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466546179" sldId="2147483746"/>
              <ac:spMk id="4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466546179" sldId="2147483746"/>
              <ac:spMk id="5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466546179" sldId="2147483746"/>
              <ac:spMk id="6" creationId="{00000000-0000-0000-0000-000000000000}"/>
            </ac:spMkLst>
          </pc:spChg>
        </pc:sldLayoutChg>
        <pc:sldLayoutChg chg="modSp mod ord">
          <pc:chgData name="Raviraj Suryavanshi" userId="99199785-5282-48b1-85f8-71ff2049b951" providerId="ADAL" clId="{FC643498-5734-4427-A9FC-E17CF51807D2}" dt="2026-07-10T06:52:00.888" v="1" actId="26606"/>
          <pc:sldLayoutMkLst>
            <pc:docMk/>
            <pc:sldMasterMk cId="645065765" sldId="2147483744"/>
            <pc:sldLayoutMk cId="1074580271" sldId="2147483747"/>
          </pc:sldLayoutMkLst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074580271" sldId="2147483747"/>
              <ac:spMk id="2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074580271" sldId="2147483747"/>
              <ac:spMk id="3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074580271" sldId="2147483747"/>
              <ac:spMk id="4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074580271" sldId="2147483747"/>
              <ac:spMk id="5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074580271" sldId="2147483747"/>
              <ac:spMk id="6" creationId="{00000000-0000-0000-0000-000000000000}"/>
            </ac:spMkLst>
          </pc:spChg>
        </pc:sldLayoutChg>
        <pc:sldLayoutChg chg="modSp mod ord">
          <pc:chgData name="Raviraj Suryavanshi" userId="99199785-5282-48b1-85f8-71ff2049b951" providerId="ADAL" clId="{FC643498-5734-4427-A9FC-E17CF51807D2}" dt="2026-07-10T06:52:00.888" v="1" actId="26606"/>
          <pc:sldLayoutMkLst>
            <pc:docMk/>
            <pc:sldMasterMk cId="645065765" sldId="2147483744"/>
            <pc:sldLayoutMk cId="1623104670" sldId="2147483748"/>
          </pc:sldLayoutMkLst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623104670" sldId="2147483748"/>
              <ac:spMk id="2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623104670" sldId="2147483748"/>
              <ac:spMk id="3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623104670" sldId="2147483748"/>
              <ac:spMk id="4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623104670" sldId="2147483748"/>
              <ac:spMk id="5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623104670" sldId="2147483748"/>
              <ac:spMk id="6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623104670" sldId="2147483748"/>
              <ac:spMk id="7" creationId="{00000000-0000-0000-0000-000000000000}"/>
            </ac:spMkLst>
          </pc:spChg>
        </pc:sldLayoutChg>
        <pc:sldLayoutChg chg="modSp mod ord">
          <pc:chgData name="Raviraj Suryavanshi" userId="99199785-5282-48b1-85f8-71ff2049b951" providerId="ADAL" clId="{FC643498-5734-4427-A9FC-E17CF51807D2}" dt="2026-07-10T06:52:00.888" v="1" actId="26606"/>
          <pc:sldLayoutMkLst>
            <pc:docMk/>
            <pc:sldMasterMk cId="645065765" sldId="2147483744"/>
            <pc:sldLayoutMk cId="1987299386" sldId="2147483749"/>
          </pc:sldLayoutMkLst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987299386" sldId="2147483749"/>
              <ac:spMk id="2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987299386" sldId="2147483749"/>
              <ac:spMk id="3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987299386" sldId="2147483749"/>
              <ac:spMk id="4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987299386" sldId="2147483749"/>
              <ac:spMk id="5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987299386" sldId="2147483749"/>
              <ac:spMk id="6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987299386" sldId="2147483749"/>
              <ac:spMk id="7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987299386" sldId="2147483749"/>
              <ac:spMk id="8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987299386" sldId="2147483749"/>
              <ac:spMk id="9" creationId="{00000000-0000-0000-0000-000000000000}"/>
            </ac:spMkLst>
          </pc:spChg>
        </pc:sldLayoutChg>
        <pc:sldLayoutChg chg="modSp mod ord">
          <pc:chgData name="Raviraj Suryavanshi" userId="99199785-5282-48b1-85f8-71ff2049b951" providerId="ADAL" clId="{FC643498-5734-4427-A9FC-E17CF51807D2}" dt="2026-07-10T06:52:00.888" v="1" actId="26606"/>
          <pc:sldLayoutMkLst>
            <pc:docMk/>
            <pc:sldMasterMk cId="645065765" sldId="2147483744"/>
            <pc:sldLayoutMk cId="4240550557" sldId="2147483750"/>
          </pc:sldLayoutMkLst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4240550557" sldId="2147483750"/>
              <ac:spMk id="2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4240550557" sldId="2147483750"/>
              <ac:spMk id="3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4240550557" sldId="2147483750"/>
              <ac:spMk id="4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4240550557" sldId="2147483750"/>
              <ac:spMk id="5" creationId="{00000000-0000-0000-0000-000000000000}"/>
            </ac:spMkLst>
          </pc:spChg>
        </pc:sldLayoutChg>
        <pc:sldLayoutChg chg="modSp mod ord">
          <pc:chgData name="Raviraj Suryavanshi" userId="99199785-5282-48b1-85f8-71ff2049b951" providerId="ADAL" clId="{FC643498-5734-4427-A9FC-E17CF51807D2}" dt="2026-07-10T06:52:00.888" v="1" actId="26606"/>
          <pc:sldLayoutMkLst>
            <pc:docMk/>
            <pc:sldMasterMk cId="645065765" sldId="2147483744"/>
            <pc:sldLayoutMk cId="3293073901" sldId="2147483751"/>
          </pc:sldLayoutMkLst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293073901" sldId="2147483751"/>
              <ac:spMk id="2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293073901" sldId="2147483751"/>
              <ac:spMk id="3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293073901" sldId="2147483751"/>
              <ac:spMk id="4" creationId="{00000000-0000-0000-0000-000000000000}"/>
            </ac:spMkLst>
          </pc:spChg>
        </pc:sldLayoutChg>
        <pc:sldLayoutChg chg="modSp mod ord">
          <pc:chgData name="Raviraj Suryavanshi" userId="99199785-5282-48b1-85f8-71ff2049b951" providerId="ADAL" clId="{FC643498-5734-4427-A9FC-E17CF51807D2}" dt="2026-07-10T06:52:00.888" v="1" actId="26606"/>
          <pc:sldLayoutMkLst>
            <pc:docMk/>
            <pc:sldMasterMk cId="645065765" sldId="2147483744"/>
            <pc:sldLayoutMk cId="1140976417" sldId="2147483752"/>
          </pc:sldLayoutMkLst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140976417" sldId="2147483752"/>
              <ac:spMk id="2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140976417" sldId="2147483752"/>
              <ac:spMk id="3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140976417" sldId="2147483752"/>
              <ac:spMk id="4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140976417" sldId="2147483752"/>
              <ac:spMk id="5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140976417" sldId="2147483752"/>
              <ac:spMk id="6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140976417" sldId="2147483752"/>
              <ac:spMk id="7" creationId="{00000000-0000-0000-0000-000000000000}"/>
            </ac:spMkLst>
          </pc:spChg>
        </pc:sldLayoutChg>
        <pc:sldLayoutChg chg="modSp mod ord">
          <pc:chgData name="Raviraj Suryavanshi" userId="99199785-5282-48b1-85f8-71ff2049b951" providerId="ADAL" clId="{FC643498-5734-4427-A9FC-E17CF51807D2}" dt="2026-07-10T06:52:00.888" v="1" actId="26606"/>
          <pc:sldLayoutMkLst>
            <pc:docMk/>
            <pc:sldMasterMk cId="645065765" sldId="2147483744"/>
            <pc:sldLayoutMk cId="2179080689" sldId="2147483753"/>
          </pc:sldLayoutMkLst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179080689" sldId="2147483753"/>
              <ac:spMk id="2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179080689" sldId="2147483753"/>
              <ac:spMk id="4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179080689" sldId="2147483753"/>
              <ac:spMk id="5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179080689" sldId="2147483753"/>
              <ac:spMk id="6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179080689" sldId="2147483753"/>
              <ac:spMk id="7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179080689" sldId="2147483753"/>
              <ac:spMk id="14" creationId="{00000000-0000-0000-0000-000000000000}"/>
            </ac:spMkLst>
          </pc:spChg>
        </pc:sldLayoutChg>
        <pc:sldLayoutChg chg="modSp mod ord">
          <pc:chgData name="Raviraj Suryavanshi" userId="99199785-5282-48b1-85f8-71ff2049b951" providerId="ADAL" clId="{FC643498-5734-4427-A9FC-E17CF51807D2}" dt="2026-07-10T06:52:00.888" v="1" actId="26606"/>
          <pc:sldLayoutMkLst>
            <pc:docMk/>
            <pc:sldMasterMk cId="645065765" sldId="2147483744"/>
            <pc:sldLayoutMk cId="3386312784" sldId="2147483754"/>
          </pc:sldLayoutMkLst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386312784" sldId="2147483754"/>
              <ac:spMk id="2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386312784" sldId="2147483754"/>
              <ac:spMk id="3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386312784" sldId="2147483754"/>
              <ac:spMk id="4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386312784" sldId="2147483754"/>
              <ac:spMk id="5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386312784" sldId="2147483754"/>
              <ac:spMk id="6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386312784" sldId="2147483754"/>
              <ac:spMk id="7" creationId="{00000000-0000-0000-0000-000000000000}"/>
            </ac:spMkLst>
          </pc:spChg>
        </pc:sldLayoutChg>
        <pc:sldLayoutChg chg="modSp mod ord">
          <pc:chgData name="Raviraj Suryavanshi" userId="99199785-5282-48b1-85f8-71ff2049b951" providerId="ADAL" clId="{FC643498-5734-4427-A9FC-E17CF51807D2}" dt="2026-07-10T06:52:00.888" v="1" actId="26606"/>
          <pc:sldLayoutMkLst>
            <pc:docMk/>
            <pc:sldMasterMk cId="645065765" sldId="2147483744"/>
            <pc:sldLayoutMk cId="3498008873" sldId="2147483755"/>
          </pc:sldLayoutMkLst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498008873" sldId="2147483755"/>
              <ac:spMk id="2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498008873" sldId="2147483755"/>
              <ac:spMk id="3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498008873" sldId="2147483755"/>
              <ac:spMk id="4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498008873" sldId="2147483755"/>
              <ac:spMk id="5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498008873" sldId="2147483755"/>
              <ac:spMk id="6" creationId="{00000000-0000-0000-0000-000000000000}"/>
            </ac:spMkLst>
          </pc:spChg>
        </pc:sldLayoutChg>
        <pc:sldLayoutChg chg="modSp mod ord">
          <pc:chgData name="Raviraj Suryavanshi" userId="99199785-5282-48b1-85f8-71ff2049b951" providerId="ADAL" clId="{FC643498-5734-4427-A9FC-E17CF51807D2}" dt="2026-07-10T06:52:00.888" v="1" actId="26606"/>
          <pc:sldLayoutMkLst>
            <pc:docMk/>
            <pc:sldMasterMk cId="645065765" sldId="2147483744"/>
            <pc:sldLayoutMk cId="320505379" sldId="2147483756"/>
          </pc:sldLayoutMkLst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20505379" sldId="2147483756"/>
              <ac:spMk id="3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20505379" sldId="2147483756"/>
              <ac:spMk id="4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20505379" sldId="2147483756"/>
              <ac:spMk id="5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20505379" sldId="2147483756"/>
              <ac:spMk id="6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20505379" sldId="2147483756"/>
              <ac:spMk id="10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20505379" sldId="2147483756"/>
              <ac:spMk id="16" creationId="{00000000-0000-0000-0000-000000000000}"/>
            </ac:spMkLst>
          </pc:spChg>
        </pc:sldLayoutChg>
        <pc:sldLayoutChg chg="modSp mod ord">
          <pc:chgData name="Raviraj Suryavanshi" userId="99199785-5282-48b1-85f8-71ff2049b951" providerId="ADAL" clId="{FC643498-5734-4427-A9FC-E17CF51807D2}" dt="2026-07-10T06:52:00.888" v="1" actId="26606"/>
          <pc:sldLayoutMkLst>
            <pc:docMk/>
            <pc:sldMasterMk cId="645065765" sldId="2147483744"/>
            <pc:sldLayoutMk cId="2178569399" sldId="2147483757"/>
          </pc:sldLayoutMkLst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178569399" sldId="2147483757"/>
              <ac:spMk id="2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178569399" sldId="2147483757"/>
              <ac:spMk id="3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178569399" sldId="2147483757"/>
              <ac:spMk id="4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178569399" sldId="2147483757"/>
              <ac:spMk id="5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178569399" sldId="2147483757"/>
              <ac:spMk id="6" creationId="{00000000-0000-0000-0000-000000000000}"/>
            </ac:spMkLst>
          </pc:spChg>
        </pc:sldLayoutChg>
        <pc:sldLayoutChg chg="modSp mod ord">
          <pc:chgData name="Raviraj Suryavanshi" userId="99199785-5282-48b1-85f8-71ff2049b951" providerId="ADAL" clId="{FC643498-5734-4427-A9FC-E17CF51807D2}" dt="2026-07-10T06:52:00.888" v="1" actId="26606"/>
          <pc:sldLayoutMkLst>
            <pc:docMk/>
            <pc:sldMasterMk cId="645065765" sldId="2147483744"/>
            <pc:sldLayoutMk cId="3044187618" sldId="2147483758"/>
          </pc:sldLayoutMkLst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044187618" sldId="2147483758"/>
              <ac:spMk id="3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044187618" sldId="2147483758"/>
              <ac:spMk id="4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044187618" sldId="2147483758"/>
              <ac:spMk id="5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044187618" sldId="2147483758"/>
              <ac:spMk id="6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044187618" sldId="2147483758"/>
              <ac:spMk id="10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044187618" sldId="2147483758"/>
              <ac:spMk id="16" creationId="{00000000-0000-0000-0000-000000000000}"/>
            </ac:spMkLst>
          </pc:spChg>
        </pc:sldLayoutChg>
        <pc:sldLayoutChg chg="modSp mod ord">
          <pc:chgData name="Raviraj Suryavanshi" userId="99199785-5282-48b1-85f8-71ff2049b951" providerId="ADAL" clId="{FC643498-5734-4427-A9FC-E17CF51807D2}" dt="2026-07-10T06:52:00.888" v="1" actId="26606"/>
          <pc:sldLayoutMkLst>
            <pc:docMk/>
            <pc:sldMasterMk cId="645065765" sldId="2147483744"/>
            <pc:sldLayoutMk cId="4285960841" sldId="2147483759"/>
          </pc:sldLayoutMkLst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4285960841" sldId="2147483759"/>
              <ac:spMk id="2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4285960841" sldId="2147483759"/>
              <ac:spMk id="3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4285960841" sldId="2147483759"/>
              <ac:spMk id="4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4285960841" sldId="2147483759"/>
              <ac:spMk id="5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4285960841" sldId="2147483759"/>
              <ac:spMk id="6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4285960841" sldId="2147483759"/>
              <ac:spMk id="10" creationId="{00000000-0000-0000-0000-000000000000}"/>
            </ac:spMkLst>
          </pc:spChg>
        </pc:sldLayoutChg>
        <pc:sldLayoutChg chg="modSp mod ord">
          <pc:chgData name="Raviraj Suryavanshi" userId="99199785-5282-48b1-85f8-71ff2049b951" providerId="ADAL" clId="{FC643498-5734-4427-A9FC-E17CF51807D2}" dt="2026-07-10T06:52:00.888" v="1" actId="26606"/>
          <pc:sldLayoutMkLst>
            <pc:docMk/>
            <pc:sldMasterMk cId="645065765" sldId="2147483744"/>
            <pc:sldLayoutMk cId="2202126091" sldId="2147483760"/>
          </pc:sldLayoutMkLst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202126091" sldId="2147483760"/>
              <ac:spMk id="3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202126091" sldId="2147483760"/>
              <ac:spMk id="4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202126091" sldId="2147483760"/>
              <ac:spMk id="5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202126091" sldId="2147483760"/>
              <ac:spMk id="6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202126091" sldId="2147483760"/>
              <ac:spMk id="8" creationId="{00000000-0000-0000-0000-000000000000}"/>
            </ac:spMkLst>
          </pc:spChg>
        </pc:sldLayoutChg>
        <pc:sldLayoutChg chg="modSp mod ord">
          <pc:chgData name="Raviraj Suryavanshi" userId="99199785-5282-48b1-85f8-71ff2049b951" providerId="ADAL" clId="{FC643498-5734-4427-A9FC-E17CF51807D2}" dt="2026-07-10T06:52:00.888" v="1" actId="26606"/>
          <pc:sldLayoutMkLst>
            <pc:docMk/>
            <pc:sldMasterMk cId="645065765" sldId="2147483744"/>
            <pc:sldLayoutMk cId="2447542997" sldId="2147483761"/>
          </pc:sldLayoutMkLst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447542997" sldId="2147483761"/>
              <ac:spMk id="2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447542997" sldId="2147483761"/>
              <ac:spMk id="3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447542997" sldId="2147483761"/>
              <ac:spMk id="4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447542997" sldId="2147483761"/>
              <ac:spMk id="5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447542997" sldId="2147483761"/>
              <ac:spMk id="6" creationId="{00000000-0000-0000-0000-000000000000}"/>
            </ac:spMkLst>
          </pc:spChg>
        </pc:sldLayoutChg>
      </pc:sldMasterChg>
    </pc:docChg>
  </pc:docChgLst>
  <pc:docChgLst>
    <pc:chgData name="Guest User" userId="S::urn:spo:tenantanon#5d41fd7c-b291-4130-ac2b-9170e1c4c03e::" providerId="AD" clId="Web-{FA9335FA-D4DB-670C-E070-1A7DCBDC0F93}"/>
    <pc:docChg chg="modSld">
      <pc:chgData name="Guest User" userId="S::urn:spo:tenantanon#5d41fd7c-b291-4130-ac2b-9170e1c4c03e::" providerId="AD" clId="Web-{FA9335FA-D4DB-670C-E070-1A7DCBDC0F93}" dt="2026-07-13T10:29:45.611" v="851" actId="20577"/>
      <pc:docMkLst>
        <pc:docMk/>
      </pc:docMkLst>
      <pc:sldChg chg="modSp">
        <pc:chgData name="Guest User" userId="S::urn:spo:tenantanon#5d41fd7c-b291-4130-ac2b-9170e1c4c03e::" providerId="AD" clId="Web-{FA9335FA-D4DB-670C-E070-1A7DCBDC0F93}" dt="2026-07-13T09:37:58.653" v="363" actId="20577"/>
        <pc:sldMkLst>
          <pc:docMk/>
          <pc:sldMk cId="3417721485" sldId="256"/>
        </pc:sldMkLst>
        <pc:spChg chg="mod">
          <ac:chgData name="Guest User" userId="S::urn:spo:tenantanon#5d41fd7c-b291-4130-ac2b-9170e1c4c03e::" providerId="AD" clId="Web-{FA9335FA-D4DB-670C-E070-1A7DCBDC0F93}" dt="2026-07-13T09:37:26.714" v="358" actId="20577"/>
          <ac:spMkLst>
            <pc:docMk/>
            <pc:sldMk cId="3417721485" sldId="256"/>
            <ac:spMk id="2" creationId="{340C7600-5BA8-4A54-887F-74AF87750A31}"/>
          </ac:spMkLst>
        </pc:spChg>
        <pc:spChg chg="mod">
          <ac:chgData name="Guest User" userId="S::urn:spo:tenantanon#5d41fd7c-b291-4130-ac2b-9170e1c4c03e::" providerId="AD" clId="Web-{FA9335FA-D4DB-670C-E070-1A7DCBDC0F93}" dt="2026-07-13T09:37:58.653" v="363" actId="20577"/>
          <ac:spMkLst>
            <pc:docMk/>
            <pc:sldMk cId="3417721485" sldId="256"/>
            <ac:spMk id="3" creationId="{AE584786-6548-4BB4-95FD-977AD1F362C6}"/>
          </ac:spMkLst>
        </pc:spChg>
      </pc:sldChg>
      <pc:sldChg chg="modSp">
        <pc:chgData name="Guest User" userId="S::urn:spo:tenantanon#5d41fd7c-b291-4130-ac2b-9170e1c4c03e::" providerId="AD" clId="Web-{FA9335FA-D4DB-670C-E070-1A7DCBDC0F93}" dt="2026-07-13T09:46:54.573" v="481" actId="20577"/>
        <pc:sldMkLst>
          <pc:docMk/>
          <pc:sldMk cId="167989955" sldId="275"/>
        </pc:sldMkLst>
        <pc:spChg chg="mod">
          <ac:chgData name="Guest User" userId="S::urn:spo:tenantanon#5d41fd7c-b291-4130-ac2b-9170e1c4c03e::" providerId="AD" clId="Web-{FA9335FA-D4DB-670C-E070-1A7DCBDC0F93}" dt="2026-07-13T09:46:54.573" v="481" actId="20577"/>
          <ac:spMkLst>
            <pc:docMk/>
            <pc:sldMk cId="167989955" sldId="275"/>
            <ac:spMk id="3" creationId="{986BC351-8EC8-A494-47E4-5E92BD955168}"/>
          </ac:spMkLst>
        </pc:spChg>
      </pc:sldChg>
      <pc:sldChg chg="modSp">
        <pc:chgData name="Guest User" userId="S::urn:spo:tenantanon#5d41fd7c-b291-4130-ac2b-9170e1c4c03e::" providerId="AD" clId="Web-{FA9335FA-D4DB-670C-E070-1A7DCBDC0F93}" dt="2026-07-13T09:49:59.609" v="522" actId="20577"/>
        <pc:sldMkLst>
          <pc:docMk/>
          <pc:sldMk cId="1370246128" sldId="276"/>
        </pc:sldMkLst>
        <pc:spChg chg="mod">
          <ac:chgData name="Guest User" userId="S::urn:spo:tenantanon#5d41fd7c-b291-4130-ac2b-9170e1c4c03e::" providerId="AD" clId="Web-{FA9335FA-D4DB-670C-E070-1A7DCBDC0F93}" dt="2026-07-13T09:49:59.609" v="522" actId="20577"/>
          <ac:spMkLst>
            <pc:docMk/>
            <pc:sldMk cId="1370246128" sldId="276"/>
            <ac:spMk id="3" creationId="{38CF1B3F-AA94-9A20-2020-4F28AAFEF0C4}"/>
          </ac:spMkLst>
        </pc:spChg>
      </pc:sldChg>
      <pc:sldChg chg="addSp delSp modSp">
        <pc:chgData name="Guest User" userId="S::urn:spo:tenantanon#5d41fd7c-b291-4130-ac2b-9170e1c4c03e::" providerId="AD" clId="Web-{FA9335FA-D4DB-670C-E070-1A7DCBDC0F93}" dt="2026-07-13T09:51:31.862" v="542" actId="20577"/>
        <pc:sldMkLst>
          <pc:docMk/>
          <pc:sldMk cId="463764260" sldId="277"/>
        </pc:sldMkLst>
        <pc:spChg chg="add del mod">
          <ac:chgData name="Guest User" userId="S::urn:spo:tenantanon#5d41fd7c-b291-4130-ac2b-9170e1c4c03e::" providerId="AD" clId="Web-{FA9335FA-D4DB-670C-E070-1A7DCBDC0F93}" dt="2026-07-13T09:51:31.862" v="542" actId="20577"/>
          <ac:spMkLst>
            <pc:docMk/>
            <pc:sldMk cId="463764260" sldId="277"/>
            <ac:spMk id="3" creationId="{7A92CB22-FB45-53D8-B536-11645AF7CFAC}"/>
          </ac:spMkLst>
        </pc:spChg>
        <pc:spChg chg="add del mod">
          <ac:chgData name="Guest User" userId="S::urn:spo:tenantanon#5d41fd7c-b291-4130-ac2b-9170e1c4c03e::" providerId="AD" clId="Web-{FA9335FA-D4DB-670C-E070-1A7DCBDC0F93}" dt="2026-07-13T09:50:22.829" v="526"/>
          <ac:spMkLst>
            <pc:docMk/>
            <pc:sldMk cId="463764260" sldId="277"/>
            <ac:spMk id="5" creationId="{7B3CCF2E-C099-D1FF-DE29-79B23CC20F0C}"/>
          </ac:spMkLst>
        </pc:spChg>
        <pc:spChg chg="add del">
          <ac:chgData name="Guest User" userId="S::urn:spo:tenantanon#5d41fd7c-b291-4130-ac2b-9170e1c4c03e::" providerId="AD" clId="Web-{FA9335FA-D4DB-670C-E070-1A7DCBDC0F93}" dt="2026-07-13T09:50:22.829" v="525"/>
          <ac:spMkLst>
            <pc:docMk/>
            <pc:sldMk cId="463764260" sldId="277"/>
            <ac:spMk id="11" creationId="{50E53EDA-3B94-4F6B-9E86-D3BB9EBB9616}"/>
          </ac:spMkLst>
        </pc:spChg>
      </pc:sldChg>
      <pc:sldChg chg="modSp">
        <pc:chgData name="Guest User" userId="S::urn:spo:tenantanon#5d41fd7c-b291-4130-ac2b-9170e1c4c03e::" providerId="AD" clId="Web-{FA9335FA-D4DB-670C-E070-1A7DCBDC0F93}" dt="2026-07-13T10:09:45.047" v="680" actId="20577"/>
        <pc:sldMkLst>
          <pc:docMk/>
          <pc:sldMk cId="2957815892" sldId="278"/>
        </pc:sldMkLst>
        <pc:spChg chg="mod">
          <ac:chgData name="Guest User" userId="S::urn:spo:tenantanon#5d41fd7c-b291-4130-ac2b-9170e1c4c03e::" providerId="AD" clId="Web-{FA9335FA-D4DB-670C-E070-1A7DCBDC0F93}" dt="2026-07-13T10:04:05.272" v="568" actId="1076"/>
          <ac:spMkLst>
            <pc:docMk/>
            <pc:sldMk cId="2957815892" sldId="278"/>
            <ac:spMk id="2" creationId="{E165C467-443C-4523-E9E0-986EE0442333}"/>
          </ac:spMkLst>
        </pc:spChg>
        <pc:spChg chg="mod">
          <ac:chgData name="Guest User" userId="S::urn:spo:tenantanon#5d41fd7c-b291-4130-ac2b-9170e1c4c03e::" providerId="AD" clId="Web-{FA9335FA-D4DB-670C-E070-1A7DCBDC0F93}" dt="2026-07-13T10:09:45.047" v="680" actId="20577"/>
          <ac:spMkLst>
            <pc:docMk/>
            <pc:sldMk cId="2957815892" sldId="278"/>
            <ac:spMk id="3" creationId="{03A4CFA8-54DE-C2F3-D279-7FF6293E6C6E}"/>
          </ac:spMkLst>
        </pc:spChg>
      </pc:sldChg>
      <pc:sldChg chg="modSp">
        <pc:chgData name="Guest User" userId="S::urn:spo:tenantanon#5d41fd7c-b291-4130-ac2b-9170e1c4c03e::" providerId="AD" clId="Web-{FA9335FA-D4DB-670C-E070-1A7DCBDC0F93}" dt="2026-07-13T10:13:53.195" v="699" actId="20577"/>
        <pc:sldMkLst>
          <pc:docMk/>
          <pc:sldMk cId="2825175948" sldId="279"/>
        </pc:sldMkLst>
        <pc:spChg chg="mod">
          <ac:chgData name="Guest User" userId="S::urn:spo:tenantanon#5d41fd7c-b291-4130-ac2b-9170e1c4c03e::" providerId="AD" clId="Web-{FA9335FA-D4DB-670C-E070-1A7DCBDC0F93}" dt="2026-07-13T10:13:53.195" v="699" actId="20577"/>
          <ac:spMkLst>
            <pc:docMk/>
            <pc:sldMk cId="2825175948" sldId="279"/>
            <ac:spMk id="3" creationId="{AF7E84F3-052C-2F72-ECB3-419BD878587C}"/>
          </ac:spMkLst>
        </pc:spChg>
      </pc:sldChg>
      <pc:sldChg chg="modSp">
        <pc:chgData name="Guest User" userId="S::urn:spo:tenantanon#5d41fd7c-b291-4130-ac2b-9170e1c4c03e::" providerId="AD" clId="Web-{FA9335FA-D4DB-670C-E070-1A7DCBDC0F93}" dt="2026-07-13T10:26:25.012" v="804" actId="20577"/>
        <pc:sldMkLst>
          <pc:docMk/>
          <pc:sldMk cId="3288751205" sldId="280"/>
        </pc:sldMkLst>
        <pc:spChg chg="mod">
          <ac:chgData name="Guest User" userId="S::urn:spo:tenantanon#5d41fd7c-b291-4130-ac2b-9170e1c4c03e::" providerId="AD" clId="Web-{FA9335FA-D4DB-670C-E070-1A7DCBDC0F93}" dt="2026-07-13T10:26:25.012" v="804" actId="20577"/>
          <ac:spMkLst>
            <pc:docMk/>
            <pc:sldMk cId="3288751205" sldId="280"/>
            <ac:spMk id="3" creationId="{074D170E-760E-EACE-52D0-293B32407FFA}"/>
          </ac:spMkLst>
        </pc:spChg>
      </pc:sldChg>
      <pc:sldChg chg="modSp">
        <pc:chgData name="Guest User" userId="S::urn:spo:tenantanon#5d41fd7c-b291-4130-ac2b-9170e1c4c03e::" providerId="AD" clId="Web-{FA9335FA-D4DB-670C-E070-1A7DCBDC0F93}" dt="2026-07-13T10:29:45.611" v="851" actId="20577"/>
        <pc:sldMkLst>
          <pc:docMk/>
          <pc:sldMk cId="4149173409" sldId="281"/>
        </pc:sldMkLst>
        <pc:spChg chg="mod">
          <ac:chgData name="Guest User" userId="S::urn:spo:tenantanon#5d41fd7c-b291-4130-ac2b-9170e1c4c03e::" providerId="AD" clId="Web-{FA9335FA-D4DB-670C-E070-1A7DCBDC0F93}" dt="2026-07-13T10:29:45.611" v="851" actId="20577"/>
          <ac:spMkLst>
            <pc:docMk/>
            <pc:sldMk cId="4149173409" sldId="281"/>
            <ac:spMk id="3" creationId="{A8A87C02-6349-BE87-7698-61448B461429}"/>
          </ac:spMkLst>
        </pc:spChg>
      </pc:sldChg>
      <pc:sldChg chg="modSp">
        <pc:chgData name="Guest User" userId="S::urn:spo:tenantanon#5d41fd7c-b291-4130-ac2b-9170e1c4c03e::" providerId="AD" clId="Web-{FA9335FA-D4DB-670C-E070-1A7DCBDC0F93}" dt="2026-07-13T10:20:56.519" v="763" actId="20577"/>
        <pc:sldMkLst>
          <pc:docMk/>
          <pc:sldMk cId="3538429993" sldId="282"/>
        </pc:sldMkLst>
        <pc:spChg chg="mod">
          <ac:chgData name="Guest User" userId="S::urn:spo:tenantanon#5d41fd7c-b291-4130-ac2b-9170e1c4c03e::" providerId="AD" clId="Web-{FA9335FA-D4DB-670C-E070-1A7DCBDC0F93}" dt="2026-07-13T10:16:15.933" v="732" actId="1076"/>
          <ac:spMkLst>
            <pc:docMk/>
            <pc:sldMk cId="3538429993" sldId="282"/>
            <ac:spMk id="2" creationId="{07850F4E-F49D-E449-82F1-2AFB7A191CC6}"/>
          </ac:spMkLst>
        </pc:spChg>
        <pc:spChg chg="mod">
          <ac:chgData name="Guest User" userId="S::urn:spo:tenantanon#5d41fd7c-b291-4130-ac2b-9170e1c4c03e::" providerId="AD" clId="Web-{FA9335FA-D4DB-670C-E070-1A7DCBDC0F93}" dt="2026-07-13T10:20:56.519" v="763" actId="20577"/>
          <ac:spMkLst>
            <pc:docMk/>
            <pc:sldMk cId="3538429993" sldId="282"/>
            <ac:spMk id="3" creationId="{2D62A166-4721-3478-A569-36D5DD3BE00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37F2D40-DF92-4ADE-A761-CBF896599C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4F42E9-55BA-437C-85B3-324B4E2BF2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6D81A9-CFC2-4640-899E-DD3E177BE50A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7DF0FD-84A5-462F-A0AC-B2CEF6020C4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85C710-014C-4C89-9B64-843B9863CEB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C605DA-80A8-4B7B-B889-6C5700BB4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5392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1E50F4-C55A-473A-A70B-4B042EF011A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544625-0ADF-4414-89A2-9E135F0C8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228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8086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34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87DE6118-2437-4B30-8E3C-4D2BE6020583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3250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546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580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104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299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550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073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976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080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312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008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05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5693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18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9608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1260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542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7DE6118-2437-4B30-8E3C-4D2BE6020583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065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C7600-5BA8-4A54-887F-74AF87750A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51075" y="1899963"/>
            <a:ext cx="9701907" cy="2450492"/>
          </a:xfrm>
        </p:spPr>
        <p:txBody>
          <a:bodyPr anchor="ctr">
            <a:normAutofit/>
          </a:bodyPr>
          <a:lstStyle/>
          <a:p>
            <a:pPr algn="l"/>
            <a:r>
              <a:rPr lang="en-US" sz="4000" b="1"/>
              <a:t>AI Hackathon – </a:t>
            </a:r>
            <a:r>
              <a:rPr lang="en-US" sz="4000">
                <a:ea typeface="+mj-lt"/>
                <a:cs typeface="+mj-lt"/>
              </a:rPr>
              <a:t>AI Marketing Operations Platform</a:t>
            </a:r>
            <a:endParaRPr lang="en-US" sz="4000" b="1">
              <a:ea typeface="Calibri Light"/>
              <a:cs typeface="Calibri Ligh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584786-6548-4BB4-95FD-977AD1F36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89238" y="4361765"/>
            <a:ext cx="7197726" cy="1405467"/>
          </a:xfrm>
        </p:spPr>
        <p:txBody>
          <a:bodyPr>
            <a:normAutofit/>
          </a:bodyPr>
          <a:lstStyle/>
          <a:p>
            <a:pPr algn="ctr"/>
            <a:r>
              <a:rPr lang="en-US" sz="3600">
                <a:solidFill>
                  <a:schemeClr val="accent1">
                    <a:lumMod val="40000"/>
                    <a:lumOff val="60000"/>
                  </a:schemeClr>
                </a:solidFill>
              </a:rPr>
              <a:t>DIVIAM SINGH</a:t>
            </a:r>
            <a:endParaRPr lang="en-US" sz="3600">
              <a:solidFill>
                <a:schemeClr val="accent1">
                  <a:lumMod val="40000"/>
                  <a:lumOff val="60000"/>
                </a:schemeClr>
              </a:solidFill>
              <a:ea typeface="Calibri"/>
              <a:cs typeface="Calibri"/>
            </a:endParaRPr>
          </a:p>
          <a:p>
            <a:pPr algn="ctr"/>
            <a:r>
              <a:rPr lang="en-US" sz="3600">
                <a:solidFill>
                  <a:schemeClr val="accent1">
                    <a:lumMod val="40000"/>
                    <a:lumOff val="60000"/>
                  </a:schemeClr>
                </a:solidFill>
              </a:rPr>
              <a:t>Submission date - 13-Jul-2026</a:t>
            </a:r>
            <a:endParaRPr lang="en-US" sz="3600">
              <a:solidFill>
                <a:schemeClr val="accent1">
                  <a:lumMod val="40000"/>
                  <a:lumOff val="60000"/>
                </a:schemeClr>
              </a:solidFill>
              <a:ea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218643-B462-5E19-35F1-1C0272032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3769" y="407791"/>
            <a:ext cx="5111974" cy="1365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721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0E53EDA-3B94-4F6B-9E86-D3BB9EBB9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936965-E3E5-4786-30C8-C3D84965F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1150076"/>
            <a:ext cx="3659389" cy="45578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/>
              <a:t>Introduction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0EFD79F-7790-479B-B7DB-BD0D8C101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66923" y="1668780"/>
            <a:ext cx="0" cy="352044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986BC351-8EC8-A494-47E4-5E92BD955168}"/>
              </a:ext>
            </a:extLst>
          </p:cNvPr>
          <p:cNvSpPr txBox="1">
            <a:spLocks/>
          </p:cNvSpPr>
          <p:nvPr/>
        </p:nvSpPr>
        <p:spPr>
          <a:xfrm>
            <a:off x="4901573" y="1150076"/>
            <a:ext cx="7395656" cy="4964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cap="none">
                <a:latin typeface="+mn-lt"/>
                <a:ea typeface="+mn-ea"/>
                <a:cs typeface="+mn-cs"/>
              </a:rPr>
              <a:t> </a:t>
            </a:r>
            <a:r>
              <a:rPr lang="en-US" b="1" cap="none">
                <a:latin typeface="+mn-lt"/>
                <a:ea typeface="+mn-ea"/>
                <a:cs typeface="+mn-cs"/>
              </a:rPr>
              <a:t>Name </a:t>
            </a:r>
            <a:r>
              <a:rPr lang="en-US" cap="none">
                <a:latin typeface="+mn-lt"/>
                <a:ea typeface="+mn-ea"/>
                <a:cs typeface="+mn-cs"/>
              </a:rPr>
              <a:t>:- DIVIAM SINGH</a:t>
            </a:r>
          </a:p>
          <a:p>
            <a:pPr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</a:pPr>
            <a:endParaRPr lang="en-US" cap="none">
              <a:latin typeface="+mn-lt"/>
              <a:ea typeface="+mn-ea"/>
              <a:cs typeface="+mn-cs"/>
            </a:endParaRPr>
          </a:p>
          <a:p>
            <a:pPr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cap="none">
                <a:latin typeface="+mn-lt"/>
                <a:ea typeface="+mn-ea"/>
                <a:cs typeface="+mn-cs"/>
              </a:rPr>
              <a:t> </a:t>
            </a:r>
            <a:r>
              <a:rPr lang="en-US" b="1" cap="none">
                <a:latin typeface="+mn-lt"/>
                <a:ea typeface="+mn-ea"/>
                <a:cs typeface="+mn-cs"/>
              </a:rPr>
              <a:t>Team </a:t>
            </a:r>
            <a:r>
              <a:rPr lang="en-US" cap="none">
                <a:latin typeface="+mn-lt"/>
                <a:ea typeface="+mn-ea"/>
                <a:cs typeface="+mn-cs"/>
              </a:rPr>
              <a:t>:- Cosmic AI</a:t>
            </a:r>
          </a:p>
          <a:p>
            <a:pPr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</a:pPr>
            <a:endParaRPr lang="en-US" b="1" cap="none">
              <a:latin typeface="+mn-lt"/>
              <a:ea typeface="Calibri"/>
              <a:cs typeface="Calibri"/>
            </a:endParaRPr>
          </a:p>
          <a:p>
            <a:pPr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cap="none">
                <a:ea typeface="+mj-lt"/>
                <a:cs typeface="+mj-lt"/>
              </a:rPr>
              <a:t> </a:t>
            </a:r>
            <a:r>
              <a:rPr lang="en-US" b="1" cap="none">
                <a:latin typeface="Calibri"/>
                <a:ea typeface="Calibri"/>
                <a:cs typeface="Calibri"/>
              </a:rPr>
              <a:t>Experience with upcoming tech (AI/ML)</a:t>
            </a:r>
            <a:r>
              <a:rPr lang="en-US" cap="none">
                <a:latin typeface="Calibri"/>
                <a:ea typeface="Calibri"/>
                <a:cs typeface="Calibri"/>
              </a:rPr>
              <a:t> :- </a:t>
            </a:r>
            <a:r>
              <a:rPr lang="en-US" cap="none">
                <a:ea typeface="+mj-lt"/>
                <a:cs typeface="+mj-lt"/>
              </a:rPr>
              <a:t>Built a full-stack, production-style platform using a multi-agent AI architecture on Anthropic's Claude,8 specialized agents coordinated by a Manager agent. Hands-on with LLM prompting, structured JSON output and grounding agents on real fetched web/GitHub content.</a:t>
            </a:r>
            <a:endParaRPr lang="en-US">
              <a:ea typeface="Calibri Light" panose="020F0302020204030204"/>
              <a:cs typeface="Calibri Light" panose="020F03020202040302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811DA1-E310-788B-3D60-3FF6F1784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9034" y="211663"/>
            <a:ext cx="1932280" cy="516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89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0E53EDA-3B94-4F6B-9E86-D3BB9EBB9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F7880C-A9B6-26B1-797C-BCC1B8312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1150076"/>
            <a:ext cx="3659389" cy="4557849"/>
          </a:xfrm>
        </p:spPr>
        <p:txBody>
          <a:bodyPr>
            <a:normAutofit/>
          </a:bodyPr>
          <a:lstStyle/>
          <a:p>
            <a:pPr algn="r"/>
            <a:r>
              <a:rPr lang="en-IN"/>
              <a:t>Problem statement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0EFD79F-7790-479B-B7DB-BD0D8C101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66923" y="1668780"/>
            <a:ext cx="0" cy="352044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F1B3F-AA94-9A20-2020-4F28AAFEF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0429" y="1150076"/>
            <a:ext cx="6517543" cy="5428705"/>
          </a:xfrm>
        </p:spPr>
        <p:txBody>
          <a:bodyPr>
            <a:normAutofit fontScale="92500" lnSpcReduction="20000"/>
          </a:bodyPr>
          <a:lstStyle/>
          <a:p>
            <a:pPr>
              <a:buClr>
                <a:srgbClr val="000000"/>
              </a:buClr>
            </a:pPr>
            <a:r>
              <a:rPr lang="en-US" sz="2800" b="1">
                <a:ea typeface="+mn-lt"/>
                <a:cs typeface="+mn-lt"/>
              </a:rPr>
              <a:t>Problem :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sz="2800">
                <a:ea typeface="+mn-lt"/>
                <a:cs typeface="+mn-lt"/>
              </a:rPr>
              <a:t>Digital-marketing teams spend most of their week on repetitive, manual analysis and content work — auditing websites, researching competitors, checking SEO, writing social/ads/email content, planning budgets, and reading analytics. It's slow, expensive, and doesn't scale. Small businesses and agencies often can't afford a full marketing team at all.</a:t>
            </a:r>
            <a:br>
              <a:rPr lang="en-US" sz="2800">
                <a:ea typeface="+mn-lt"/>
                <a:cs typeface="+mn-lt"/>
              </a:rPr>
            </a:br>
            <a:endParaRPr lang="en-US">
              <a:ea typeface="+mn-lt"/>
              <a:cs typeface="+mn-lt"/>
            </a:endParaRPr>
          </a:p>
          <a:p>
            <a:pPr>
              <a:buClr>
                <a:srgbClr val="000000"/>
              </a:buClr>
            </a:pPr>
            <a:r>
              <a:rPr lang="en-US" sz="2800" b="1">
                <a:ea typeface="+mn-lt"/>
                <a:cs typeface="+mn-lt"/>
              </a:rPr>
              <a:t>Scope I'm addressing : </a:t>
            </a:r>
            <a:r>
              <a:rPr lang="en-US" sz="2400">
                <a:ea typeface="+mn-lt"/>
                <a:cs typeface="+mn-lt"/>
              </a:rPr>
              <a:t>Automate the analytical and creative operations of a marketing team. A user provides a website URL (+ optional GitHub repo, business goal, budget, target country); the platform returns a complete,  prioritized marketing plan in under a minute — turning a week of manual work  into one click.</a:t>
            </a:r>
            <a:endParaRPr lang="en-US" sz="2400">
              <a:ea typeface="Calibri"/>
              <a:cs typeface="Calibri"/>
            </a:endParaRPr>
          </a:p>
          <a:p>
            <a:pPr>
              <a:buClr>
                <a:srgbClr val="000000"/>
              </a:buClr>
            </a:pPr>
            <a:endParaRPr lang="en-US"/>
          </a:p>
          <a:p>
            <a:pPr>
              <a:buClr>
                <a:srgbClr val="000000"/>
              </a:buClr>
            </a:pPr>
            <a:endParaRPr lang="en-US">
              <a:ea typeface="+mn-lt"/>
              <a:cs typeface="+mn-lt"/>
            </a:endParaRPr>
          </a:p>
          <a:p>
            <a:pPr>
              <a:buClr>
                <a:srgbClr val="000000"/>
              </a:buClr>
            </a:pPr>
            <a:endParaRPr lang="en-US">
              <a:ea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C38E6E-76FE-7A40-F309-E69232167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9034" y="211663"/>
            <a:ext cx="1932280" cy="516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246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489814-7F14-6DE7-5E5D-31C1AE55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0E53EDA-3B94-4F6B-9E86-D3BB9EBB9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8D474A-9EC8-09FF-A27D-B9AB9569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1150076"/>
            <a:ext cx="3659389" cy="4557849"/>
          </a:xfrm>
        </p:spPr>
        <p:txBody>
          <a:bodyPr>
            <a:normAutofit/>
          </a:bodyPr>
          <a:lstStyle/>
          <a:p>
            <a:pPr algn="r"/>
            <a:r>
              <a:rPr lang="en-IN"/>
              <a:t>Solution / Approach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0EFD79F-7790-479B-B7DB-BD0D8C101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66923" y="1668780"/>
            <a:ext cx="0" cy="352044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2CB22-FB45-53D8-B536-11645AF7C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8658" y="1150076"/>
            <a:ext cx="6517543" cy="5675449"/>
          </a:xfrm>
        </p:spPr>
        <p:txBody>
          <a:bodyPr>
            <a:normAutofit fontScale="92500" lnSpcReduction="20000"/>
          </a:bodyPr>
          <a:lstStyle/>
          <a:p>
            <a:pPr>
              <a:buClr>
                <a:srgbClr val="000000"/>
              </a:buClr>
            </a:pPr>
            <a:r>
              <a:rPr lang="en-US" sz="2400" b="1">
                <a:ea typeface="+mn-lt"/>
                <a:cs typeface="+mn-lt"/>
              </a:rPr>
              <a:t>Proposed solution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sz="2400">
                <a:ea typeface="+mn-lt"/>
                <a:cs typeface="+mn-lt"/>
              </a:rPr>
              <a:t>: An AI-powered Marketing Operations Platform built on a multi-agent architecture. A Manager Agent orchestrates 8 specialist agents (Business, Competitor, SEO, Content, Campaign, Website CRO, Analytics) in a sequential state graph, threading each agent's output into shared memory  so later agents build on earlier findings, then synthesizes one final report.</a:t>
            </a:r>
            <a:endParaRPr lang="en-US" sz="2400">
              <a:ea typeface="Calibri"/>
              <a:cs typeface="Calibri"/>
            </a:endParaRPr>
          </a:p>
          <a:p>
            <a:r>
              <a:rPr lang="en-US" sz="2400" b="1">
                <a:ea typeface="+mn-lt"/>
                <a:cs typeface="+mn-lt"/>
              </a:rPr>
              <a:t>Key features:</a:t>
            </a:r>
            <a:r>
              <a:rPr lang="en-US" sz="2400">
                <a:ea typeface="+mn-lt"/>
                <a:cs typeface="+mn-lt"/>
              </a:rPr>
              <a:t> Paste a URL → live agent timeline → 8 structured reports + charts + a final AI report</a:t>
            </a:r>
            <a:endParaRPr lang="en-US" sz="2400">
              <a:ea typeface="Calibri"/>
              <a:cs typeface="Calibri"/>
            </a:endParaRPr>
          </a:p>
          <a:p>
            <a:pPr>
              <a:buClr>
                <a:srgbClr val="000000"/>
              </a:buClr>
            </a:pPr>
            <a:r>
              <a:rPr lang="en-US" sz="2400">
                <a:ea typeface="+mn-lt"/>
                <a:cs typeface="+mn-lt"/>
              </a:rPr>
              <a:t>Real-content grounding: In live mode it fetches the actual website and GitHub repo and feeds that to Claude — it analyzes your site, not a guess</a:t>
            </a:r>
            <a:endParaRPr lang="en-US" sz="2400">
              <a:ea typeface="Calibri"/>
              <a:cs typeface="Calibri"/>
            </a:endParaRPr>
          </a:p>
          <a:p>
            <a:pPr>
              <a:buClr>
                <a:srgbClr val="000000"/>
              </a:buClr>
            </a:pPr>
            <a:r>
              <a:rPr lang="en-US" sz="2400">
                <a:ea typeface="+mn-lt"/>
                <a:cs typeface="+mn-lt"/>
              </a:rPr>
              <a:t>Premium dashboard: dark mode, responsive, animated, JWT auth</a:t>
            </a:r>
            <a:endParaRPr lang="en-US" sz="2400">
              <a:ea typeface="Calibri" panose="020F0502020204030204"/>
              <a:cs typeface="Calibri" panose="020F0502020204030204"/>
            </a:endParaRPr>
          </a:p>
          <a:p>
            <a:pPr>
              <a:buClr>
                <a:srgbClr val="000000"/>
              </a:buClr>
            </a:pPr>
            <a:r>
              <a:rPr lang="en-US" sz="2400">
                <a:ea typeface="+mn-lt"/>
                <a:cs typeface="+mn-lt"/>
              </a:rPr>
              <a:t> Robust by design: JSON-parse retries + a merge safety-net so a malformed AI response can never break the UI</a:t>
            </a:r>
            <a:endParaRPr lang="en-US" sz="2400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0FC7EA-78DD-F20A-B4F4-48E1B5622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9034" y="211663"/>
            <a:ext cx="1932280" cy="516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764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0BA468-834E-645A-5035-B4B09BE09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5C467-443C-4523-E9E0-986EE0442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057" y="181429"/>
            <a:ext cx="7808140" cy="1099457"/>
          </a:xfrm>
        </p:spPr>
        <p:txBody>
          <a:bodyPr anchor="b">
            <a:normAutofit/>
          </a:bodyPr>
          <a:lstStyle/>
          <a:p>
            <a:r>
              <a:rPr lang="en-IN" sz="4000"/>
              <a:t>Tech-stack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4CFA8-54DE-C2F3-D279-7FF6293E6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057" y="1358296"/>
            <a:ext cx="11023053" cy="4715933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Clr>
                <a:srgbClr val="000000"/>
              </a:buClr>
            </a:pPr>
            <a:endParaRPr lang="en-US" sz="16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400">
                <a:ea typeface="Calibri"/>
                <a:cs typeface="Calibri"/>
              </a:rPr>
              <a:t>•</a:t>
            </a:r>
            <a:r>
              <a:rPr lang="en-US" sz="2400">
                <a:ea typeface="+mn-lt"/>
                <a:cs typeface="+mn-lt"/>
              </a:rPr>
              <a:t> AI: Anthropic Claude (claude-sonnet-5) — reliable structured JSON, 1M context</a:t>
            </a:r>
            <a:endParaRPr lang="en-US" sz="2400">
              <a:ea typeface="Calibri"/>
              <a:cs typeface="Calibri"/>
            </a:endParaRPr>
          </a:p>
          <a:p>
            <a:pPr>
              <a:buNone/>
            </a:pPr>
            <a:r>
              <a:rPr lang="en-US" sz="2400">
                <a:ea typeface="+mn-lt"/>
                <a:cs typeface="+mn-lt"/>
              </a:rPr>
              <a:t>• Orchestration: LangGraph -style multi-agent state graph (Manager + 7 agents)</a:t>
            </a:r>
            <a:endParaRPr lang="en-US"/>
          </a:p>
          <a:p>
            <a:pPr>
              <a:buNone/>
            </a:pPr>
            <a:r>
              <a:rPr lang="en-US" sz="2400">
                <a:ea typeface="+mn-lt"/>
                <a:cs typeface="+mn-lt"/>
              </a:rPr>
              <a:t>• Backend: Node · Express · TypeScript · JWT · Zod</a:t>
            </a:r>
            <a:endParaRPr lang="en-US"/>
          </a:p>
          <a:p>
            <a:pPr>
              <a:buNone/>
            </a:pPr>
            <a:r>
              <a:rPr lang="en-US" sz="2400">
                <a:ea typeface="+mn-lt"/>
                <a:cs typeface="+mn-lt"/>
              </a:rPr>
              <a:t>• Frontend: React · TypeScript · Vite · Tailwind · Recharts</a:t>
            </a:r>
            <a:endParaRPr lang="en-US"/>
          </a:p>
          <a:p>
            <a:pPr>
              <a:buNone/>
            </a:pPr>
            <a:r>
              <a:rPr lang="en-US" sz="2400">
                <a:ea typeface="+mn-lt"/>
                <a:cs typeface="+mn-lt"/>
              </a:rPr>
              <a:t>• Database: PostgreSQL + Prisma (JSON store for demo)</a:t>
            </a:r>
            <a:endParaRPr lang="en-US"/>
          </a:p>
          <a:p>
            <a:pPr>
              <a:buNone/>
            </a:pPr>
            <a:r>
              <a:rPr lang="en-US" sz="2400">
                <a:ea typeface="+mn-lt"/>
                <a:cs typeface="+mn-lt"/>
              </a:rPr>
              <a:t>• Ops: Docker + docker-compose</a:t>
            </a:r>
            <a:endParaRPr lang="en-US"/>
          </a:p>
          <a:p>
            <a:pPr marL="0" indent="0">
              <a:buNone/>
            </a:pPr>
            <a:endParaRPr lang="en-US" sz="2400">
              <a:ea typeface="+mn-lt"/>
              <a:cs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DAF868-E718-3504-DFC0-367E40DC5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9034" y="211663"/>
            <a:ext cx="1932280" cy="516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815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91FC51-FC53-7BC6-788E-B4B203FCE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6D5B-315F-A45E-FF86-3FC248AAC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609600"/>
            <a:ext cx="7808140" cy="1099457"/>
          </a:xfrm>
        </p:spPr>
        <p:txBody>
          <a:bodyPr anchor="b">
            <a:normAutofit/>
          </a:bodyPr>
          <a:lstStyle/>
          <a:p>
            <a:pPr defTabSz="800735">
              <a:spcBef>
                <a:spcPts val="1500"/>
              </a:spcBef>
              <a:buSzPct val="125000"/>
              <a:defRPr sz="4656"/>
            </a:pPr>
            <a:r>
              <a:rPr lang="en-US" sz="4000"/>
              <a:t>Architecture design/diagram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E84F3-052C-2F72-ECB3-419BD8785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0" y="2142067"/>
            <a:ext cx="7808140" cy="3649133"/>
          </a:xfrm>
        </p:spPr>
        <p:txBody>
          <a:bodyPr anchor="t">
            <a:normAutofit/>
          </a:bodyPr>
          <a:lstStyle/>
          <a:p>
            <a:pPr>
              <a:buClr>
                <a:srgbClr val="000000"/>
              </a:buClr>
            </a:pP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React Frontend (Dashboard)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buClr>
                <a:srgbClr val="000000"/>
              </a:buClr>
            </a:pP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        ↓  JWT + REST</a:t>
            </a:r>
            <a:endParaRPr lang="en-US"/>
          </a:p>
          <a:p>
            <a:pPr>
              <a:buClr>
                <a:srgbClr val="000000"/>
              </a:buClr>
            </a:pP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Express API (TypeScript) → Manager Orchestrator</a:t>
            </a:r>
            <a:endParaRPr lang="en-US"/>
          </a:p>
          <a:p>
            <a:pPr>
              <a:buClr>
                <a:srgbClr val="000000"/>
              </a:buClr>
            </a:pP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        ↓  (fetches live Website + GitHub for grounding)</a:t>
            </a:r>
            <a:endParaRPr lang="en-US"/>
          </a:p>
          <a:p>
            <a:pPr>
              <a:buClr>
                <a:srgbClr val="000000"/>
              </a:buClr>
            </a:pP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Business → Competitor → SEO → Content → Campaign → CRO → Analytics</a:t>
            </a:r>
            <a:endParaRPr lang="en-US"/>
          </a:p>
          <a:p>
            <a:pPr>
              <a:buClr>
                <a:srgbClr val="000000"/>
              </a:buClr>
            </a:pP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        ↓  each agent calls Claude API (claude-sonnet-5)</a:t>
            </a:r>
            <a:endParaRPr lang="en-US"/>
          </a:p>
          <a:p>
            <a:pPr>
              <a:buClr>
                <a:srgbClr val="000000"/>
              </a:buClr>
            </a:pP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Manager Agent → Final Report → Data Store (JSON / PostgreSQL)</a:t>
            </a:r>
            <a:endParaRPr lang="en-US"/>
          </a:p>
          <a:p>
            <a:pPr>
              <a:buClr>
                <a:srgbClr val="000000"/>
              </a:buClr>
            </a:pPr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/>
          </a:p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DD1297-D5D2-9E05-7892-F54D6EC06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9034" y="211663"/>
            <a:ext cx="1932280" cy="516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175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82CFF9-0BE4-7952-8B6C-DBDBED873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50F4E-F49D-E449-82F1-2AFB7A191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0"/>
            <a:ext cx="7808140" cy="1099457"/>
          </a:xfrm>
        </p:spPr>
        <p:txBody>
          <a:bodyPr anchor="b">
            <a:normAutofit/>
          </a:bodyPr>
          <a:lstStyle/>
          <a:p>
            <a:pPr defTabSz="800735">
              <a:spcBef>
                <a:spcPts val="1500"/>
              </a:spcBef>
              <a:buSzPct val="125000"/>
              <a:defRPr sz="4656"/>
            </a:pPr>
            <a:r>
              <a:rPr lang="en-US" sz="4000"/>
              <a:t>Impact potential &amp; limitations​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2A166-4721-3478-A569-36D5DD3BE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429" y="1220410"/>
            <a:ext cx="7808140" cy="460707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b="1">
                <a:solidFill>
                  <a:srgbClr val="000000"/>
                </a:solidFill>
                <a:ea typeface="+mn-lt"/>
                <a:cs typeface="+mn-lt"/>
              </a:rPr>
              <a:t>Potential impact:</a:t>
            </a: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 compresses a week of marketing-ops work into ~1 minute, makes pro-grade marketing analysis affordable for SMBs and agencies, a single marketer can serve many more clients.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>
              <a:buClr>
                <a:srgbClr val="000000"/>
              </a:buClr>
            </a:pPr>
            <a:r>
              <a:rPr lang="en-US" b="1">
                <a:solidFill>
                  <a:srgbClr val="000000"/>
                </a:solidFill>
                <a:ea typeface="+mn-lt"/>
                <a:cs typeface="+mn-lt"/>
              </a:rPr>
              <a:t>Benefits</a:t>
            </a: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: speed, consistency, lower cost, prioritized (impact-vs-effort) recommendations, real site-grounded insights, exportable content.</a:t>
            </a:r>
            <a:endParaRPr lang="en-US">
              <a:ea typeface="Calibri"/>
              <a:cs typeface="Calibri"/>
            </a:endParaRPr>
          </a:p>
          <a:p>
            <a:pPr>
              <a:buClr>
                <a:srgbClr val="000000"/>
              </a:buClr>
            </a:pPr>
            <a:r>
              <a:rPr lang="en-US" b="1">
                <a:solidFill>
                  <a:srgbClr val="000000"/>
                </a:solidFill>
                <a:ea typeface="+mn-lt"/>
                <a:cs typeface="+mn-lt"/>
              </a:rPr>
              <a:t>Dependencies</a:t>
            </a: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: Anthropic Claude API (LLM); optional GitHub API (repo</a:t>
            </a:r>
            <a:endParaRPr lang="en-US">
              <a:ea typeface="Calibri"/>
              <a:cs typeface="Calibri"/>
            </a:endParaRPr>
          </a:p>
          <a:p>
            <a:pPr>
              <a:buClr>
                <a:srgbClr val="000000"/>
              </a:buClr>
            </a:pP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  grounding); the target website being reachable for scraping.</a:t>
            </a:r>
            <a:endParaRPr lang="en-US">
              <a:ea typeface="Calibri"/>
              <a:cs typeface="Calibri"/>
            </a:endParaRPr>
          </a:p>
          <a:p>
            <a:pPr>
              <a:buClr>
                <a:srgbClr val="000000"/>
              </a:buClr>
            </a:pPr>
            <a:r>
              <a:rPr lang="en-US" b="1">
                <a:solidFill>
                  <a:srgbClr val="000000"/>
                </a:solidFill>
                <a:ea typeface="+mn-lt"/>
                <a:cs typeface="+mn-lt"/>
              </a:rPr>
              <a:t>Limitations (current):</a:t>
            </a: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 analysis quality depends on the LLM and the public content it can read; analytics figures are AI-estimated (not yet wired to live GA4/Search Console); a full live run takes ~2–3 minutes (8 sequential model calls); no human-in-the-loop editing of generated content yet.</a:t>
            </a:r>
            <a:endParaRPr lang="en-US">
              <a:ea typeface="Calibri"/>
              <a:cs typeface="Calibri"/>
            </a:endParaRP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endParaRPr lang="en-US"/>
          </a:p>
          <a:p>
            <a:endParaRPr lang="en-US"/>
          </a:p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6C9802-1FFA-0FDF-DCE8-DCB35F471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9034" y="211663"/>
            <a:ext cx="1932280" cy="516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429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151D08-1397-A944-980E-814C21445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D64E1-0460-FABF-B861-6F6EC4A58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609600"/>
            <a:ext cx="7808140" cy="1099457"/>
          </a:xfrm>
        </p:spPr>
        <p:txBody>
          <a:bodyPr anchor="b">
            <a:normAutofit/>
          </a:bodyPr>
          <a:lstStyle/>
          <a:p>
            <a:pPr defTabSz="800735">
              <a:lnSpc>
                <a:spcPct val="90000"/>
              </a:lnSpc>
              <a:spcBef>
                <a:spcPts val="1500"/>
              </a:spcBef>
              <a:buSzPct val="125000"/>
              <a:defRPr sz="4656"/>
            </a:pPr>
            <a:r>
              <a:rPr lang="en-US" sz="3400"/>
              <a:t>Implementation plan​ / Ethical &amp; security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D170E-760E-EACE-52D0-293B32407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0" y="2142067"/>
            <a:ext cx="7808140" cy="3649133"/>
          </a:xfrm>
        </p:spPr>
        <p:txBody>
          <a:bodyPr anchor="t">
            <a:normAutofit/>
          </a:bodyPr>
          <a:lstStyle/>
          <a:p>
            <a:pPr>
              <a:buNone/>
            </a:pPr>
            <a:r>
              <a:rPr lang="en-US" b="1">
                <a:ea typeface="+mn-lt"/>
                <a:cs typeface="+mn-lt"/>
              </a:rPr>
              <a:t>Implementation plan (phased):</a:t>
            </a:r>
            <a:endParaRPr lang="en-US" b="1">
              <a:ea typeface="Calibri"/>
              <a:cs typeface="Calibri"/>
            </a:endParaRP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1.</a:t>
            </a:r>
            <a:r>
              <a:rPr lang="en-US" b="1">
                <a:ea typeface="+mn-lt"/>
                <a:cs typeface="+mn-lt"/>
              </a:rPr>
              <a:t> Done — MVP: </a:t>
            </a:r>
            <a:r>
              <a:rPr lang="en-US">
                <a:ea typeface="+mn-lt"/>
                <a:cs typeface="+mn-lt"/>
              </a:rPr>
              <a:t>auth, project CRUD, 8-agent pipeline, live Claude integration,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   real site/repo grounding, dashboard with charts + final report.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2. </a:t>
            </a:r>
            <a:r>
              <a:rPr lang="en-US" b="1">
                <a:ea typeface="+mn-lt"/>
                <a:cs typeface="+mn-lt"/>
              </a:rPr>
              <a:t>Next :</a:t>
            </a:r>
            <a:r>
              <a:rPr lang="en-US">
                <a:ea typeface="+mn-lt"/>
                <a:cs typeface="+mn-lt"/>
              </a:rPr>
              <a:t> swap JSON store → PostgreSQL/Prisma; background job queue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   for concurrent analyses; content editing + export (PDF/CSV).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3. </a:t>
            </a:r>
            <a:r>
              <a:rPr lang="en-US" b="1">
                <a:ea typeface="+mn-lt"/>
                <a:cs typeface="+mn-lt"/>
              </a:rPr>
              <a:t>Then : </a:t>
            </a:r>
            <a:r>
              <a:rPr lang="en-US">
                <a:ea typeface="+mn-lt"/>
                <a:cs typeface="+mn-lt"/>
              </a:rPr>
              <a:t>live integrations (Google PageSpeed, GA4, Search Console);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   agency multi-tenant workspaces; scheduled re-analysis.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4. </a:t>
            </a:r>
            <a:r>
              <a:rPr lang="en-US" b="1">
                <a:ea typeface="+mn-lt"/>
                <a:cs typeface="+mn-lt"/>
              </a:rPr>
              <a:t>Scale:</a:t>
            </a:r>
            <a:r>
              <a:rPr lang="en-US">
                <a:ea typeface="+mn-lt"/>
                <a:cs typeface="+mn-lt"/>
              </a:rPr>
              <a:t> deploy on Docker/cloud; add caching + rate limiting; observability.</a:t>
            </a:r>
            <a:endParaRPr lang="en-US"/>
          </a:p>
          <a:p>
            <a:pPr marL="0" indent="0">
              <a:buNone/>
            </a:pP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IN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56E527-50F1-8F88-54A1-E7BD589EB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9034" y="211663"/>
            <a:ext cx="1932280" cy="516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751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4C0DAB-6504-8D41-7C3D-9039AC364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0E3DE-6EE2-D703-94A2-FFF875B63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609600"/>
            <a:ext cx="7808140" cy="1099457"/>
          </a:xfrm>
        </p:spPr>
        <p:txBody>
          <a:bodyPr anchor="b">
            <a:normAutofit/>
          </a:bodyPr>
          <a:lstStyle/>
          <a:p>
            <a:pPr defTabSz="800735">
              <a:spcBef>
                <a:spcPts val="1500"/>
              </a:spcBef>
              <a:buSzPct val="125000"/>
              <a:defRPr sz="4656"/>
            </a:pPr>
            <a:r>
              <a:rPr lang="en-US" sz="4000"/>
              <a:t>Cost estimates​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87C02-6349-BE87-7698-61448B461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0" y="2142067"/>
            <a:ext cx="7808140" cy="445467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400">
                <a:ea typeface="+mn-lt"/>
                <a:cs typeface="+mn-lt"/>
              </a:rPr>
              <a:t>• AI cost: claude-sonnet-5 — $3/$15 per 1M tokens (in/out); ~$0.20–0.30 per full analysis</a:t>
            </a:r>
            <a:endParaRPr lang="en-US" sz="2400">
              <a:latin typeface="Calibri"/>
              <a:ea typeface="Calibri"/>
              <a:cs typeface="Calibri"/>
            </a:endParaRPr>
          </a:p>
          <a:p>
            <a:pPr marL="0" indent="0">
              <a:buClr>
                <a:srgbClr val="000000"/>
              </a:buClr>
              <a:buNone/>
            </a:pPr>
            <a:r>
              <a:rPr lang="en-US" sz="2400">
                <a:ea typeface="+mn-lt"/>
                <a:cs typeface="+mn-lt"/>
              </a:rPr>
              <a:t>• At scale: 100 analyses/month ≈ $25 · 1,000/month  ≈ $250</a:t>
            </a:r>
            <a:endParaRPr lang="en-US" sz="2400">
              <a:ea typeface="Calibri" panose="020F0502020204030204"/>
              <a:cs typeface="Calibri" panose="020F0502020204030204"/>
            </a:endParaRPr>
          </a:p>
          <a:p>
            <a:pPr marL="0" indent="0">
              <a:buClr>
                <a:srgbClr val="000000"/>
              </a:buClr>
              <a:buNone/>
            </a:pPr>
            <a:endParaRPr lang="en-US" sz="2400">
              <a:ea typeface="Calibri" panose="020F0502020204030204"/>
              <a:cs typeface="Calibri" panose="020F0502020204030204"/>
            </a:endParaRPr>
          </a:p>
          <a:p>
            <a:pPr marL="0" indent="0">
              <a:buClr>
                <a:srgbClr val="000000"/>
              </a:buClr>
              <a:buNone/>
            </a:pPr>
            <a:endParaRPr lang="en-US" sz="1400" b="0">
              <a:latin typeface="Calibri"/>
              <a:ea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532CD5-513B-F13B-98AD-EE640639E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9034" y="211663"/>
            <a:ext cx="1932280" cy="516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173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AC17B1-38E7-98A5-E797-D0414C922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D1E5586-8BB5-40F6-96C3-2E87DD7CE5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534964-2CAC-4A02-0BE0-6FEA2EEB1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3805" y="1354668"/>
            <a:ext cx="8204391" cy="234647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buSzPct val="125000"/>
              <a:defRPr sz="4656"/>
            </a:pPr>
            <a:r>
              <a:rPr lang="en-US" sz="6000"/>
              <a:t>Demo 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A832D40-B9E2-4CE7-9E0A-B35591EA2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45629" y="3810000"/>
            <a:ext cx="500743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92C41DE0-AB5E-AC3C-F6FE-E97EEEAB1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9034" y="211663"/>
            <a:ext cx="1932280" cy="516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21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DC895F7-4E59-40FB-87DD-ACE47F94C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62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4BCB7C-A6FC-4118-9027-468ECFDE64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>
            <a:normAutofit/>
          </a:bodyPr>
          <a:lstStyle/>
          <a:p>
            <a:r>
              <a:rPr lang="en-US"/>
              <a:t>Thank You!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5A6179-27D7-A926-EC11-6357858DAD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9034" y="211663"/>
            <a:ext cx="1932280" cy="516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9308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F3A5F"/>
      </a:dk2>
      <a:lt2>
        <a:srgbClr val="F1F4F9"/>
      </a:lt2>
      <a:accent1>
        <a:srgbClr val="2E6FB5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A0D51BCB-0419-432E-B7F1-25548446A6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E8D3305-1D9D-4BC8-A40F-6F8AE50BD76B}">
  <ds:schemaRefs>
    <ds:schemaRef ds:uri="16c05727-aa75-4e4a-9b5f-8a80a1165891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F08B90B-70ED-4539-9C14-FB2728D9064F}">
  <ds:schemaRefs>
    <ds:schemaRef ds:uri="16c05727-aa75-4e4a-9b5f-8a80a1165891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design</Template>
  <Application>Microsoft Office PowerPoint</Application>
  <PresentationFormat>Widescreen</PresentationFormat>
  <Slides>11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Celestial</vt:lpstr>
      <vt:lpstr>AI Hackathon – AI Marketing Operations Platform</vt:lpstr>
      <vt:lpstr>Introduction </vt:lpstr>
      <vt:lpstr>Problem statement </vt:lpstr>
      <vt:lpstr>Solution / Approach</vt:lpstr>
      <vt:lpstr>Tech-stack selection</vt:lpstr>
      <vt:lpstr>Architecture design/diagram</vt:lpstr>
      <vt:lpstr>Impact potential &amp; limitations​</vt:lpstr>
      <vt:lpstr>Implementation plan​ / Ethical &amp; security considerations</vt:lpstr>
      <vt:lpstr>Cost estimates​</vt:lpstr>
      <vt:lpstr>Demo 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Sachin Dhekane</dc:creator>
  <cp:revision>1</cp:revision>
  <dcterms:created xsi:type="dcterms:W3CDTF">2025-06-27T09:30:08Z</dcterms:created>
  <dcterms:modified xsi:type="dcterms:W3CDTF">2026-07-13T10:30:31Z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